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85d016db5544af5" /><Relationship Type="http://schemas.openxmlformats.org/officeDocument/2006/relationships/extended-properties" Target="/docProps/app.xml" Id="R63f5fdb3fe21485b" /><Relationship Type="http://schemas.openxmlformats.org/officeDocument/2006/relationships/officeDocument" Target="/ppt/presentation.xml" Id="R6215a4805c4e487d" /></Relationships>
</file>

<file path=ppt/presentation.xml><?xml version="1.0" encoding="utf-8"?>
<p:presentation xmlns:p="http://schemas.openxmlformats.org/presentationml/2006/main">
  <p:sldMasterIdLst>
    <p:sldMasterId xmlns:r="http://schemas.openxmlformats.org/officeDocument/2006/relationships" id="2147483648" r:id="R2f9e45cd7fc14064"/>
  </p:sldMasterIdLst>
  <p:notesMasterIdLst>
    <p:notesMasterId xmlns:r="http://schemas.openxmlformats.org/officeDocument/2006/relationships" r:id="R08f62acb59474fe1"/>
  </p:notesMasterIdLst>
  <p:sldIdLst>
    <p:sldId xmlns:r="http://schemas.openxmlformats.org/officeDocument/2006/relationships" id="256" r:id="R4b5afbb10a7d4eda"/>
    <p:sldId xmlns:r="http://schemas.openxmlformats.org/officeDocument/2006/relationships" id="257" r:id="R86749a78aba04373"/>
    <p:sldId xmlns:r="http://schemas.openxmlformats.org/officeDocument/2006/relationships" id="258" r:id="R1d7651fceee2433a"/>
    <p:sldId xmlns:r="http://schemas.openxmlformats.org/officeDocument/2006/relationships" id="259" r:id="R554d05eeadb04cac"/>
    <p:sldId xmlns:r="http://schemas.openxmlformats.org/officeDocument/2006/relationships" id="260" r:id="R1895db0f87484e3a"/>
    <p:sldId xmlns:r="http://schemas.openxmlformats.org/officeDocument/2006/relationships" id="261" r:id="R55167e39b3a24005"/>
    <p:sldId xmlns:r="http://schemas.openxmlformats.org/officeDocument/2006/relationships" id="262" r:id="R353b7e46115f449c"/>
    <p:sldId xmlns:r="http://schemas.openxmlformats.org/officeDocument/2006/relationships" id="263" r:id="R3c5702ce70434e97"/>
    <p:sldId xmlns:r="http://schemas.openxmlformats.org/officeDocument/2006/relationships" id="264" r:id="R9bb2d117165f4943"/>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7ed61cbc0d4843e1" /><Relationship Type="http://schemas.openxmlformats.org/officeDocument/2006/relationships/slideMaster" Target="/ppt/slideMasters/slideMaster1.xml" Id="R2f9e45cd7fc14064" /><Relationship Type="http://schemas.openxmlformats.org/officeDocument/2006/relationships/notesMaster" Target="/ppt/notesMasters/notesMaster1.xml" Id="R08f62acb59474fe1" /><Relationship Type="http://schemas.openxmlformats.org/officeDocument/2006/relationships/presProps" Target="/ppt/presProps.xml" Id="Rd46454e4f382481d" /><Relationship Type="http://schemas.openxmlformats.org/officeDocument/2006/relationships/viewProps" Target="/ppt/viewProps.xml" Id="R5059a5296b254558" /><Relationship Type="http://schemas.openxmlformats.org/officeDocument/2006/relationships/tableStyles" Target="/ppt/tableStyles.xml" Id="R7c89f9fe7838403e" /><Relationship Type="http://schemas.openxmlformats.org/officeDocument/2006/relationships/slide" Target="/ppt/slides/slide1.xml" Id="R4b5afbb10a7d4eda" /><Relationship Type="http://schemas.openxmlformats.org/officeDocument/2006/relationships/slide" Target="/ppt/slides/slide2.xml" Id="R86749a78aba04373" /><Relationship Type="http://schemas.openxmlformats.org/officeDocument/2006/relationships/slide" Target="/ppt/slides/slide3.xml" Id="R1d7651fceee2433a" /><Relationship Type="http://schemas.openxmlformats.org/officeDocument/2006/relationships/slide" Target="/ppt/slides/slide4.xml" Id="R554d05eeadb04cac" /><Relationship Type="http://schemas.openxmlformats.org/officeDocument/2006/relationships/slide" Target="/ppt/slides/slide5.xml" Id="R1895db0f87484e3a" /><Relationship Type="http://schemas.openxmlformats.org/officeDocument/2006/relationships/slide" Target="/ppt/slides/slide6.xml" Id="R55167e39b3a24005" /><Relationship Type="http://schemas.openxmlformats.org/officeDocument/2006/relationships/slide" Target="/ppt/slides/slide7.xml" Id="R353b7e46115f449c" /><Relationship Type="http://schemas.openxmlformats.org/officeDocument/2006/relationships/slide" Target="/ppt/slides/slide8.xml" Id="R3c5702ce70434e97" /><Relationship Type="http://schemas.openxmlformats.org/officeDocument/2006/relationships/slide" Target="/ppt/slides/slide9.xml" Id="R9bb2d117165f49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45d2b485304d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ea6145fa7af49f3" /><Relationship Type="http://schemas.openxmlformats.org/officeDocument/2006/relationships/notesMaster" Target="/ppt/notesMasters/notesMaster1.xml" Id="R307789c181c24a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74d9eb1d1d4d04" /><Relationship Type="http://schemas.openxmlformats.org/officeDocument/2006/relationships/notesMaster" Target="/ppt/notesMasters/notesMaster1.xml" Id="Rf6dffa9ca59347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1b11b6583a4f33" /><Relationship Type="http://schemas.openxmlformats.org/officeDocument/2006/relationships/notesMaster" Target="/ppt/notesMasters/notesMaster1.xml" Id="R1f91c995f22146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9f75512ee24239" /><Relationship Type="http://schemas.openxmlformats.org/officeDocument/2006/relationships/notesMaster" Target="/ppt/notesMasters/notesMaster1.xml" Id="R7641fbf754fc43c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76d185c9f24403" /><Relationship Type="http://schemas.openxmlformats.org/officeDocument/2006/relationships/notesMaster" Target="/ppt/notesMasters/notesMaster1.xml" Id="R9c18ff9dfe3048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1878c193cd4c35" /><Relationship Type="http://schemas.openxmlformats.org/officeDocument/2006/relationships/notesMaster" Target="/ppt/notesMasters/notesMaster1.xml" Id="Rd524c4cc9d1043a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6d61351c0cb4c4e" /><Relationship Type="http://schemas.openxmlformats.org/officeDocument/2006/relationships/notesMaster" Target="/ppt/notesMasters/notesMaster1.xml" Id="R279b20eb81b84d4a"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7354cb5cc04457" /><Relationship Type="http://schemas.openxmlformats.org/officeDocument/2006/relationships/notesMaster" Target="/ppt/notesMasters/notesMaster1.xml" Id="R00de22d6c6a44f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69dc2edd3e9a4254" /><Relationship Type="http://schemas.openxmlformats.org/officeDocument/2006/relationships/notesMaster" Target="/ppt/notesMasters/notesMaster1.xml" Id="R7bda843ef7bb49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Kettoo is a native Android app, browser console and organisation-hosted backend for event communication and coordination. The implementation includes live push-to-talk, messages, venue check-ins and issue workflows. Source: PROJECT_SUMMARY.md and README.md in the Kettoo project, reviewed 10 October 2026. Team name: Codio, as supplied by the presenter. Team number omitted at the presenter's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Kettoo serves event organisers and volunteers working across venue zones. This introduction establishes the operating context before the next slide explains the coordination problem in more detail. Explain that Kettoo connects quick voice communication with persistent messages, zone check-ins and issues that have a confirmed owner and status. The Android app supports direct Nearby communication among approved, permitted phones during outages. Reach depends on direct connectivity, and this is not multi-hop mesh. Issue and check-in operations queue for server recovery. The browser does not implement Nearby.</a:t>
            </a:r>
          </a:p>
          <a:p xmlns:a="http://schemas.openxmlformats.org/drawingml/2006/main">
            <a:r>
              <a:t/>
            </a:r>
          </a:p>
          <a:p xmlns:a="http://schemas.openxmlformats.org/drawingml/2006/main">
            <a:r>
              <a:t>Sources: PROJECT_SUMMARY.md sections 1, 3.3, 3.6, 3.7, 3.8 and 3.9; README.md; docs/nearby-failover.md. The event scenario describes the intended use case, not findings from a user study.</a:t>
            </a:r>
          </a:p>
          <a:p xmlns:a="http://schemas.openxmlformats.org/drawingml/2006/main">
            <a:r>
              <a:t/>
            </a:r>
          </a:p>
          <a:p xmlns:a="http://schemas.openxmlformats.org/drawingml/2006/main">
            <a:r>
              <a:t>Image: actual installed Android screenshot, artifacts/ui-review/2026-10-10/cph2613-comms-installed-final.png. This historical screenshot shows the app off duty. It is not a generated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fa4a4d11b7f401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901d7b68ea046a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4251d2317ab4c9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8d51706037a46c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fbfb3321211431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b193551a4da4a9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d09b49e1f80435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308b9d1289945e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cbd66563af94c5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0b920093e5246c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7fe4b1e2a714d05"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3F3F402-29DA-397B-6E58-41B761CB7946}"/>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AC005959-859C-9FF4-7DA1-EFBCD45BB326}"/>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8F5F5159-A0B9-48B7-B24B-0C5CDF5AB36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5" name="Footer Placeholder 4">
            <a:extLst xmlns:a="http://schemas.openxmlformats.org/drawingml/2006/main">
              <a:ext uri="{FF2B5EF4-FFF2-40B4-BE49-F238E27FC236}">
                <a16:creationId xmlns:a16="http://schemas.microsoft.com/office/drawing/2014/main" id="{ED97D482-5E9D-56CD-E97C-2EFC9AA7417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A2AA2CA-913F-B967-9981-52C167C38CA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0B85FCE-485A-E498-5634-784AC83DCD1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E53ADFE-FF7E-348C-E6DC-65C560EB9263}"/>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89AEF3F-F775-A1C5-D8F0-7676B92E298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5" name="Footer Placeholder 4">
            <a:extLst xmlns:a="http://schemas.openxmlformats.org/drawingml/2006/main">
              <a:ext uri="{FF2B5EF4-FFF2-40B4-BE49-F238E27FC236}">
                <a16:creationId xmlns:a16="http://schemas.microsoft.com/office/drawing/2014/main" id="{1044DAD8-0B42-9A76-293D-D6521F81D83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32EE94F-42A2-9FDC-D629-37110730BBF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467C00-6B4D-FA6F-9FCB-D01CABC73E60}"/>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1EB16DC-0F3E-D3BC-67BC-FFAAEAF24BA2}"/>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559574E-06EE-EC26-FF41-9EBC8C1326C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5" name="Footer Placeholder 4">
            <a:extLst xmlns:a="http://schemas.openxmlformats.org/drawingml/2006/main">
              <a:ext uri="{FF2B5EF4-FFF2-40B4-BE49-F238E27FC236}">
                <a16:creationId xmlns:a16="http://schemas.microsoft.com/office/drawing/2014/main" id="{2D5C22B6-109B-75C1-7A47-AFFD46B4589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B2718DB-E9FF-9532-9F37-0223E83DB09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82CD079-1B10-C9E2-5948-F2F55D4FF12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CE2A073-0073-040A-8D3B-4476F1C7026C}"/>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D1D4E2B3-8DCD-BC92-30AE-E66768DCD155}"/>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7C87165D-20B7-C065-BCA2-259288569DB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6" name="Footer Placeholder 5">
            <a:extLst xmlns:a="http://schemas.openxmlformats.org/drawingml/2006/main">
              <a:ext uri="{FF2B5EF4-FFF2-40B4-BE49-F238E27FC236}">
                <a16:creationId xmlns:a16="http://schemas.microsoft.com/office/drawing/2014/main" id="{C84F52A3-0694-3B49-C4BF-A3C50B82E0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DE9A3AA-4C02-AE67-E390-0D5374B3D8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09AC31-EAFB-F104-9F4E-7D1A3B8FB9CA}"/>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E1DD5E4A-5469-B1D6-4881-DCD8D6912F01}"/>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5322485-984D-D971-FABB-763C6AFB2971}"/>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D4979988-FF9B-DF99-E51C-8B9332E8FE38}"/>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69059B1B-0B06-7D73-267E-21F3F9973AD6}"/>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413C7DA4-2C10-B5B0-CCA8-99702A64E76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8" name="Footer Placeholder 7">
            <a:extLst xmlns:a="http://schemas.openxmlformats.org/drawingml/2006/main">
              <a:ext uri="{FF2B5EF4-FFF2-40B4-BE49-F238E27FC236}">
                <a16:creationId xmlns:a16="http://schemas.microsoft.com/office/drawing/2014/main" id="{320E799F-6B2C-5813-4694-892F5CBAFD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6270C304-1F07-F2EA-9805-0272E419DA9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A7C8011-C5B0-6205-9BA7-CB28ACB8132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0D87BC55-4130-0601-E83C-808713200D5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4" name="Footer Placeholder 3">
            <a:extLst xmlns:a="http://schemas.openxmlformats.org/drawingml/2006/main">
              <a:ext uri="{FF2B5EF4-FFF2-40B4-BE49-F238E27FC236}">
                <a16:creationId xmlns:a16="http://schemas.microsoft.com/office/drawing/2014/main" id="{312FCD70-8107-567D-2971-36C8133E9EB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94113FF9-D39E-8E34-FDB0-B884E24302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9908A447-04C1-FBF3-64C1-29C93BFBD10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3" name="Footer Placeholder 2">
            <a:extLst xmlns:a="http://schemas.openxmlformats.org/drawingml/2006/main">
              <a:ext uri="{FF2B5EF4-FFF2-40B4-BE49-F238E27FC236}">
                <a16:creationId xmlns:a16="http://schemas.microsoft.com/office/drawing/2014/main" id="{48D4E662-DAF8-3F1B-203E-3E8485EB6DE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9A9DC3EC-A692-FC5F-F987-7A3703EF993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284A290-3141-FCC8-C47C-1CEA49DC884C}"/>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41EAB294-AE4F-A352-EE1E-B4A7F245098A}"/>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2C0EC39-B4BD-1D5C-7CB2-0052321FEAC3}"/>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BD12E2D-87CB-A4FF-0BB9-6BDDC1D8B8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6" name="Footer Placeholder 5">
            <a:extLst xmlns:a="http://schemas.openxmlformats.org/drawingml/2006/main">
              <a:ext uri="{FF2B5EF4-FFF2-40B4-BE49-F238E27FC236}">
                <a16:creationId xmlns:a16="http://schemas.microsoft.com/office/drawing/2014/main" id="{1FF5579E-94CA-4674-F098-A1D7093C4A0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0841358-5ADF-6905-5FF1-6777A94C782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92D4035-9F27-EEBE-93DD-E096AB282E1B}"/>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0EE7BA1C-DAAB-0DD8-DDD5-48883CB0318C}"/>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C31778FC-BEBD-C938-BE03-51BC26176720}"/>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40B1503-BBA5-3AAC-9B8B-5F72A0D0AB8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6" name="Footer Placeholder 5">
            <a:extLst xmlns:a="http://schemas.openxmlformats.org/drawingml/2006/main">
              <a:ext uri="{FF2B5EF4-FFF2-40B4-BE49-F238E27FC236}">
                <a16:creationId xmlns:a16="http://schemas.microsoft.com/office/drawing/2014/main" id="{883B0703-7FDF-2591-9BE3-F5FCE07D528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F1FD893-7364-1498-D708-828C853EF98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C366E69-2ECA-BFFA-2B65-4BE0D666679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1120EF8F-4CA0-62A5-DF36-FC0A2E469B3C}"/>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4F7EC369-6C42-BC32-3FAE-909D4F8997E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5" name="Footer Placeholder 4">
            <a:extLst xmlns:a="http://schemas.openxmlformats.org/drawingml/2006/main">
              <a:ext uri="{FF2B5EF4-FFF2-40B4-BE49-F238E27FC236}">
                <a16:creationId xmlns:a16="http://schemas.microsoft.com/office/drawing/2014/main" id="{05B7EC10-06D3-8C8D-DE3D-41F51E4FC61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09745DB-EFD0-FFC4-E5EA-16344EDAC16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87AF2FF-BDAA-3AB7-C9A9-06093678372D}"/>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EFF718A9-6D3D-D1B1-A405-232B4BE8C09A}"/>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B5AFF1A-5F59-A93F-A14C-80BE15F37BF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22D898-A8B6-4BA8-8CAA-2801FDC31292}" type="datetimeFigureOut">
              <a:t>10-10-2026</a:t>
            </a:fld>
            <a:endParaRPr/>
          </a:p>
        </p:txBody>
      </p:sp>
      <p:sp>
        <p:nvSpPr>
          <p:cNvPr id="5" name="Footer Placeholder 4">
            <a:extLst xmlns:a="http://schemas.openxmlformats.org/drawingml/2006/main">
              <a:ext uri="{FF2B5EF4-FFF2-40B4-BE49-F238E27FC236}">
                <a16:creationId xmlns:a16="http://schemas.microsoft.com/office/drawing/2014/main" id="{529D35D8-5DBD-3E03-E320-7F90F67B574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9C25B09-DE83-F09C-5439-ECB2093077C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DAE67D-547A-4DF3-8AEA-E67819B1E916}"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3405f9a1de40b6" /><Relationship Type="http://schemas.openxmlformats.org/officeDocument/2006/relationships/slideLayout" Target="/ppt/slideLayouts/slideLayout1.xml" Id="Ra328dd1da8a44fca" /><Relationship Type="http://schemas.openxmlformats.org/officeDocument/2006/relationships/slideLayout" Target="/ppt/slideLayouts/slideLayout2.xml" Id="R164e14bba33445f0" /><Relationship Type="http://schemas.openxmlformats.org/officeDocument/2006/relationships/slideLayout" Target="/ppt/slideLayouts/slideLayout3.xml" Id="R2d4b063e618c4fcd" /><Relationship Type="http://schemas.openxmlformats.org/officeDocument/2006/relationships/slideLayout" Target="/ppt/slideLayouts/slideLayout4.xml" Id="R0717194933c3481f" /><Relationship Type="http://schemas.openxmlformats.org/officeDocument/2006/relationships/slideLayout" Target="/ppt/slideLayouts/slideLayout5.xml" Id="Rb6a0132a1fd440d1" /><Relationship Type="http://schemas.openxmlformats.org/officeDocument/2006/relationships/slideLayout" Target="/ppt/slideLayouts/slideLayout6.xml" Id="Re4a3b05951d24d87" /><Relationship Type="http://schemas.openxmlformats.org/officeDocument/2006/relationships/slideLayout" Target="/ppt/slideLayouts/slideLayout7.xml" Id="R85ac3b1967d347a5" /><Relationship Type="http://schemas.openxmlformats.org/officeDocument/2006/relationships/slideLayout" Target="/ppt/slideLayouts/slideLayout8.xml" Id="R376b912a28e6470a" /><Relationship Type="http://schemas.openxmlformats.org/officeDocument/2006/relationships/slideLayout" Target="/ppt/slideLayouts/slideLayout9.xml" Id="R99a0fada4bf74e07" /><Relationship Type="http://schemas.openxmlformats.org/officeDocument/2006/relationships/slideLayout" Target="/ppt/slideLayouts/slideLayout10.xml" Id="R555e124e3f524e73" /><Relationship Type="http://schemas.openxmlformats.org/officeDocument/2006/relationships/slideLayout" Target="/ppt/slideLayouts/slideLayout11.xml" Id="Re3507c6d35b74df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FDF3EE29-B37D-A192-C866-D6B22998B80A}"/>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7D36BDB1-A5B2-569B-716D-889309ED34A4}"/>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20203BA-4856-4230-C56B-9D0B57A2CAF4}"/>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0F22D898-A8B6-4BA8-8CAA-2801FDC31292}" type="datetimeFigureOut">
              <a:t>10-10-2026</a:t>
            </a:fld>
            <a:endParaRPr/>
          </a:p>
        </p:txBody>
      </p:sp>
      <p:sp>
        <p:nvSpPr>
          <p:cNvPr id="5" name="Footer Placeholder 4">
            <a:extLst xmlns:a="http://schemas.openxmlformats.org/drawingml/2006/main">
              <a:ext uri="{FF2B5EF4-FFF2-40B4-BE49-F238E27FC236}">
                <a16:creationId xmlns:a16="http://schemas.microsoft.com/office/drawing/2014/main" id="{2AF63C06-D6C4-650C-767C-4FAF55892C8A}"/>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C3BDEA3-C19B-B26E-450A-D4E98A2962AB}"/>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ABDAE67D-547A-4DF3-8AEA-E67819B1E916}"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28dd1da8a44fca"/>
    <p:sldLayoutId xmlns:r="http://schemas.openxmlformats.org/officeDocument/2006/relationships" id="2147483650" r:id="R164e14bba33445f0"/>
    <p:sldLayoutId xmlns:r="http://schemas.openxmlformats.org/officeDocument/2006/relationships" id="2147483651" r:id="R2d4b063e618c4fcd"/>
    <p:sldLayoutId xmlns:r="http://schemas.openxmlformats.org/officeDocument/2006/relationships" id="2147483652" r:id="R0717194933c3481f"/>
    <p:sldLayoutId xmlns:r="http://schemas.openxmlformats.org/officeDocument/2006/relationships" id="2147483653" r:id="Rb6a0132a1fd440d1"/>
    <p:sldLayoutId xmlns:r="http://schemas.openxmlformats.org/officeDocument/2006/relationships" id="2147483654" r:id="Re4a3b05951d24d87"/>
    <p:sldLayoutId xmlns:r="http://schemas.openxmlformats.org/officeDocument/2006/relationships" id="2147483655" r:id="R85ac3b1967d347a5"/>
    <p:sldLayoutId xmlns:r="http://schemas.openxmlformats.org/officeDocument/2006/relationships" id="2147483656" r:id="R376b912a28e6470a"/>
    <p:sldLayoutId xmlns:r="http://schemas.openxmlformats.org/officeDocument/2006/relationships" id="2147483657" r:id="R99a0fada4bf74e07"/>
    <p:sldLayoutId xmlns:r="http://schemas.openxmlformats.org/officeDocument/2006/relationships" id="2147483658" r:id="R555e124e3f524e73"/>
    <p:sldLayoutId xmlns:r="http://schemas.openxmlformats.org/officeDocument/2006/relationships" id="2147483659" r:id="Re3507c6d35b74dfb"/>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69ced8b696b4752" /><Relationship Type="http://schemas.openxmlformats.org/officeDocument/2006/relationships/image" Target="/ppt/media/image.png" Id="Rb09855fee7f74e21" /><Relationship Type="http://schemas.openxmlformats.org/officeDocument/2006/relationships/notesSlide" Target="/ppt/notesSlides/notesSlide1.xml" Id="Rf7213696284c45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d88d66a46894ecf" /><Relationship Type="http://schemas.openxmlformats.org/officeDocument/2006/relationships/image" Target="/ppt/media/image2.png" Id="Rb71bd804f37d4427" /><Relationship Type="http://schemas.openxmlformats.org/officeDocument/2006/relationships/image" Target="/ppt/media/image3.png" Id="R3a3631f4a12742e8" /><Relationship Type="http://schemas.openxmlformats.org/officeDocument/2006/relationships/image" Target="/ppt/media/image4.png" Id="R0c71cce2bc4a4e67" /><Relationship Type="http://schemas.openxmlformats.org/officeDocument/2006/relationships/notesSlide" Target="/ppt/notesSlides/notesSlide2.xml" Id="R9385f346f6be42c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748842aa8ae4481" /><Relationship Type="http://schemas.openxmlformats.org/officeDocument/2006/relationships/image" Target="/ppt/media/image5.png" Id="R356a2c6e671847da" /><Relationship Type="http://schemas.openxmlformats.org/officeDocument/2006/relationships/image" Target="/ppt/media/image3.png" Id="Rc208f59497b54b00" /><Relationship Type="http://schemas.openxmlformats.org/officeDocument/2006/relationships/notesSlide" Target="/ppt/notesSlides/notesSlide3.xml" Id="Rb7e4b784ec2f4a8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bec4a6bcfd64ced" /><Relationship Type="http://schemas.openxmlformats.org/officeDocument/2006/relationships/image" Target="/ppt/media/image6.png" Id="R905c2042b64d4e49" /><Relationship Type="http://schemas.openxmlformats.org/officeDocument/2006/relationships/image" Target="/ppt/media/image3.png" Id="R633c76f4a9634d8d" /><Relationship Type="http://schemas.openxmlformats.org/officeDocument/2006/relationships/notesSlide" Target="/ppt/notesSlides/notesSlide4.xml" Id="Re6cd571d29f446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92c2bbba54f4172" /><Relationship Type="http://schemas.openxmlformats.org/officeDocument/2006/relationships/image" Target="/ppt/media/image7.png" Id="R698467416c324424" /><Relationship Type="http://schemas.openxmlformats.org/officeDocument/2006/relationships/image" Target="/ppt/media/image3.png" Id="Rb62ce4b3eb6b4352" /><Relationship Type="http://schemas.openxmlformats.org/officeDocument/2006/relationships/notesSlide" Target="/ppt/notesSlides/notesSlide5.xml" Id="R07f989d996dc45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b6cd68b92b14aea" /><Relationship Type="http://schemas.openxmlformats.org/officeDocument/2006/relationships/image" Target="/ppt/media/image8.png" Id="R1389b1384ec84d52" /><Relationship Type="http://schemas.openxmlformats.org/officeDocument/2006/relationships/image" Target="/ppt/media/image3.png" Id="R3d90309e11554673" /><Relationship Type="http://schemas.openxmlformats.org/officeDocument/2006/relationships/notesSlide" Target="/ppt/notesSlides/notesSlide6.xml" Id="R770ce61ee68c46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fc1eb5f70ca4630" /><Relationship Type="http://schemas.openxmlformats.org/officeDocument/2006/relationships/image" Target="/ppt/media/image9.png" Id="Rbdd7a69b64654909" /><Relationship Type="http://schemas.openxmlformats.org/officeDocument/2006/relationships/image" Target="/ppt/media/image3.png" Id="Rb4669be1cad84884" /><Relationship Type="http://schemas.openxmlformats.org/officeDocument/2006/relationships/notesSlide" Target="/ppt/notesSlides/notesSlide7.xml" Id="R33933b07aadc44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5bf183612054f8f" /><Relationship Type="http://schemas.openxmlformats.org/officeDocument/2006/relationships/image" Target="/ppt/media/image10.png" Id="R8d55a5822f454b3e" /><Relationship Type="http://schemas.openxmlformats.org/officeDocument/2006/relationships/image" Target="/ppt/media/image3.png" Id="R4be43e1e7c724c07" /><Relationship Type="http://schemas.openxmlformats.org/officeDocument/2006/relationships/notesSlide" Target="/ppt/notesSlides/notesSlide8.xml" Id="R282a414c7f2b443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1346d65b7984d51" /><Relationship Type="http://schemas.openxmlformats.org/officeDocument/2006/relationships/image" Target="/ppt/media/image11.png" Id="R63901d95b01d4e20" /><Relationship Type="http://schemas.openxmlformats.org/officeDocument/2006/relationships/image" Target="/ppt/media/image3.png" Id="Rfcce6f9ebc3342a2" /><Relationship Type="http://schemas.openxmlformats.org/officeDocument/2006/relationships/notesSlide" Target="/ppt/notesSlides/notesSlide9.xml" Id="Rad42c5b202c14eb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852B6F7-0D4F-5AD7-ED24-73548A107147}"/>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sp>
        <p:nvSpPr>
          <p:cNvPr id="3" name="Subtitle 2">
            <a:extLst xmlns:a="http://schemas.openxmlformats.org/drawingml/2006/main">
              <a:ext uri="{FF2B5EF4-FFF2-40B4-BE49-F238E27FC236}">
                <a16:creationId xmlns:a16="http://schemas.microsoft.com/office/drawing/2014/main" id="{6FC3E3D0-13A4-D58D-F89F-C27DD182A89C}"/>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pic>
        <p:nvPicPr>
          <p:cNvPr id="5" name="Picture 4">
            <a:extLst xmlns:a="http://schemas.openxmlformats.org/drawingml/2006/main">
              <a:ext uri="{FF2B5EF4-FFF2-40B4-BE49-F238E27FC236}">
                <a16:creationId xmlns:a16="http://schemas.microsoft.com/office/drawing/2014/main" id="{9BD1A555-E951-4082-B14F-DCB923F2E889}"/>
              </a:ext>
            </a:extLst>
          </p:cNvPr>
          <p:cNvPicPr>
            <a:picLocks xmlns:a="http://schemas.openxmlformats.org/drawingml/2006/main" noChangeAspect="1"/>
          </p:cNvPicPr>
          <p:nvPr/>
        </p:nvPicPr>
        <p:blipFill>
          <a:blip xmlns:r="http://schemas.openxmlformats.org/officeDocument/2006/relationships" xmlns:a="http://schemas.openxmlformats.org/drawingml/2006/main" r:embed="Rb09855fee7f74e2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TextBox 5">
            <a:extLst xmlns:a="http://schemas.openxmlformats.org/drawingml/2006/main">
              <a:ext uri="{FF2B5EF4-FFF2-40B4-BE49-F238E27FC236}">
                <a16:creationId xmlns:a16="http://schemas.microsoft.com/office/drawing/2014/main" id="{597347F1-28F4-CA71-7AD5-C85684D7431E}"/>
              </a:ext>
            </a:extLst>
          </p:cNvPr>
          <p:cNvSpPr>
            <a:spLocks xmlns:a="http://schemas.openxmlformats.org/drawingml/2006/main" noGrp="1"/>
          </p:cNvSpPr>
          <p:nvPr/>
        </p:nvSpPr>
        <p:spPr>
          <a:xfrm xmlns:a="http://schemas.openxmlformats.org/drawingml/2006/main">
            <a:off x="2595753" y="2955703"/>
            <a:ext cx="7256240" cy="6400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defPPr algn="ctr">
              <a:defRPr sz="3600" b="1">
                <a:solidFill>
                  <a:srgbClr val="FFFFFF"/>
                </a:solidFill>
                <a:latin typeface="Arial"/>
                <a:ea typeface="Arial"/>
                <a:cs typeface="Arial"/>
              </a:defRPr>
            </a:defPPr>
          </a:lstStyle>
          <a:p xmlns:a="http://schemas.openxmlformats.org/drawingml/2006/main">
            <a:pPr algn="ctr">
              <a:buNone/>
              <a:defRPr sz="3600" b="1">
                <a:solidFill>
                  <a:srgbClr val="FFFFFF"/>
                </a:solidFill>
                <a:latin typeface="Arial"/>
                <a:ea typeface="Arial"/>
                <a:cs typeface="Arial"/>
              </a:defRPr>
            </a:pPr>
            <a:r>
              <a:rPr sz="3600" b="1">
                <a:solidFill>
                  <a:srgbClr val="FFFFFF"/>
                </a:solidFill>
                <a:latin typeface="Arial"/>
                <a:ea typeface="Arial"/>
                <a:cs typeface="Arial"/>
              </a:rPr>
              <a:t>Team Codio</a:t>
            </a:r>
          </a:p>
        </p:txBody>
      </p:sp>
      <p:sp>
        <p:nvSpPr>
          <p:cNvPr id="7" name="Project name">
            <a:extLst xmlns:a="http://schemas.openxmlformats.org/drawingml/2006/main">
              <a:ext uri="{FF2B5EF4-FFF2-40B4-BE49-F238E27FC236}">
                <a16:creationId xmlns:a16="http://schemas.microsoft.com/office/drawing/2014/main" id="{989555B0-FFFC-422C-A949-DD7464246A4B}"/>
              </a:ext>
            </a:extLst>
          </p:cNvPr>
          <p:cNvSpPr>
            <a:spLocks xmlns:a="http://schemas.openxmlformats.org/drawingml/2006/main" noGrp="1"/>
          </p:cNvSpPr>
          <p:nvPr/>
        </p:nvSpPr>
        <p:spPr>
          <a:xfrm xmlns:a="http://schemas.openxmlformats.org/drawingml/2006/main">
            <a:off x="2476500" y="1666875"/>
            <a:ext cx="723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6600" b="1">
                <a:solidFill>
                  <a:srgbClr val="FFFFFF"/>
                </a:solidFill>
                <a:latin typeface="Arial"/>
                <a:ea typeface="Arial"/>
                <a:cs typeface="Arial"/>
              </a:defRPr>
            </a:defPPr>
          </a:lstStyle>
          <a:p xmlns:a="http://schemas.openxmlformats.org/drawingml/2006/main">
            <a:pPr algn="ctr">
              <a:buNone/>
              <a:defRPr sz="6600" b="1">
                <a:solidFill>
                  <a:srgbClr val="FFFFFF"/>
                </a:solidFill>
                <a:latin typeface="Arial"/>
                <a:ea typeface="Arial"/>
                <a:cs typeface="Arial"/>
              </a:defRPr>
            </a:pPr>
            <a:r>
              <a:rPr sz="6600" b="1">
                <a:solidFill>
                  <a:srgbClr val="FFFFFF"/>
                </a:solidFill>
                <a:latin typeface="Arial"/>
                <a:ea typeface="Arial"/>
                <a:cs typeface="Arial"/>
              </a:rPr>
              <a:t>Kettoo</a:t>
            </a:r>
          </a:p>
        </p:txBody>
      </p:sp>
      <p:sp>
        <p:nvSpPr>
          <p:cNvPr id="8" name="Project description">
            <a:extLst xmlns:a="http://schemas.openxmlformats.org/drawingml/2006/main">
              <a:ext uri="{FF2B5EF4-FFF2-40B4-BE49-F238E27FC236}">
                <a16:creationId xmlns:a16="http://schemas.microsoft.com/office/drawing/2014/main" id="{F35B1182-F060-44C6-9C37-6D19E692A233}"/>
              </a:ext>
            </a:extLst>
          </p:cNvPr>
          <p:cNvSpPr>
            <a:spLocks xmlns:a="http://schemas.openxmlformats.org/drawingml/2006/main" noGrp="1"/>
          </p:cNvSpPr>
          <p:nvPr/>
        </p:nvSpPr>
        <p:spPr>
          <a:xfrm xmlns:a="http://schemas.openxmlformats.org/drawingml/2006/main">
            <a:off x="2286000" y="4543425"/>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950" b="0">
                <a:solidFill>
                  <a:srgbClr val="FFFFFF"/>
                </a:solidFill>
                <a:latin typeface="Arial"/>
                <a:ea typeface="Arial"/>
                <a:cs typeface="Arial"/>
              </a:defRPr>
            </a:defPPr>
          </a:lstStyle>
          <a:p xmlns:a="http://schemas.openxmlformats.org/drawingml/2006/main">
            <a:pPr algn="ctr">
              <a:buNone/>
              <a:defRPr sz="1950" b="0">
                <a:solidFill>
                  <a:srgbClr val="FFFFFF"/>
                </a:solidFill>
                <a:latin typeface="Arial"/>
                <a:ea typeface="Arial"/>
                <a:cs typeface="Arial"/>
              </a:defRPr>
            </a:pPr>
            <a:r>
              <a:rPr sz="1950" b="0">
                <a:solidFill>
                  <a:srgbClr val="FFFFFF"/>
                </a:solidFill>
                <a:latin typeface="Arial"/>
                <a:ea typeface="Arial"/>
                <a:cs typeface="Arial"/>
              </a:rPr>
              <a:t>Private communication and coordination for event teams</a:t>
            </a:r>
          </a:p>
        </p:txBody>
      </p:sp>
    </p:spTree>
    <p:extLst>
      <p:ext uri="{BB962C8B-B14F-4D97-AF65-F5344CB8AC3E}">
        <p14:creationId xmlns:p14="http://schemas.microsoft.com/office/powerpoint/2010/main" val="155523080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E4C1609-E95C-B768-765B-49443B85F366}"/>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sp>
        <p:nvSpPr>
          <p:cNvPr id="3" name="Subtitle 2">
            <a:extLst xmlns:a="http://schemas.openxmlformats.org/drawingml/2006/main">
              <a:ext uri="{FF2B5EF4-FFF2-40B4-BE49-F238E27FC236}">
                <a16:creationId xmlns:a16="http://schemas.microsoft.com/office/drawing/2014/main" id="{3BF51289-A3E7-01DF-1DCF-273B61B51793}"/>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pic>
        <p:nvPicPr>
          <p:cNvPr id="5" name="Picture 4">
            <a:extLst xmlns:a="http://schemas.openxmlformats.org/drawingml/2006/main">
              <a:ext uri="{FF2B5EF4-FFF2-40B4-BE49-F238E27FC236}">
                <a16:creationId xmlns:a16="http://schemas.microsoft.com/office/drawing/2014/main" id="{91F3DF63-055F-469C-8DFD-7D92305CC3C6}"/>
              </a:ext>
            </a:extLst>
          </p:cNvPr>
          <p:cNvPicPr>
            <a:picLocks xmlns:a="http://schemas.openxmlformats.org/drawingml/2006/main" noChangeAspect="1"/>
          </p:cNvPicPr>
          <p:nvPr/>
        </p:nvPicPr>
        <p:blipFill>
          <a:blip xmlns:r="http://schemas.openxmlformats.org/officeDocument/2006/relationships" xmlns:a="http://schemas.openxmlformats.org/drawingml/2006/main" r:embed="Rb71bd804f37d442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6" name="Picture 5">
            <a:extLst xmlns:a="http://schemas.openxmlformats.org/drawingml/2006/main">
              <a:ext uri="{FF2B5EF4-FFF2-40B4-BE49-F238E27FC236}">
                <a16:creationId xmlns:a16="http://schemas.microsoft.com/office/drawing/2014/main" id="{69940079-A4A1-4FA2-B8B7-9B169D875182}"/>
              </a:ext>
            </a:extLst>
          </p:cNvPr>
          <p:cNvPicPr>
            <a:picLocks xmlns:a="http://schemas.openxmlformats.org/drawingml/2006/main" noChangeAspect="1"/>
          </p:cNvPicPr>
          <p:nvPr/>
        </p:nvPicPr>
        <p:blipFill>
          <a:blip xmlns:r="http://schemas.openxmlformats.org/officeDocument/2006/relationships" xmlns:a="http://schemas.openxmlformats.org/drawingml/2006/main" r:embed="R3a3631f4a12742e8"/>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D5778E16-AB36-B327-231C-23621FEBF5DE}"/>
              </a:ext>
            </a:extLst>
          </p:cNvPr>
          <p:cNvSpPr>
            <a:spLocks xmlns:a="http://schemas.openxmlformats.org/drawingml/2006/main" noGrp="1"/>
          </p:cNvSpPr>
          <p:nvPr/>
        </p:nvSpPr>
        <p:spPr>
          <a:xfrm xmlns:a="http://schemas.openxmlformats.org/drawingml/2006/main">
            <a:off x="176979" y="175655"/>
            <a:ext cx="725620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Clash Display"/>
                <a:ea typeface="Clash Display"/>
                <a:cs typeface="Clash Display"/>
              </a:rPr>
              <a:t>Introduction</a:t>
            </a:r>
          </a:p>
        </p:txBody>
      </p:sp>
      <p:sp>
        <p:nvSpPr>
          <p:cNvPr id="9" name="Introduction headline">
            <a:extLst xmlns:a="http://schemas.openxmlformats.org/drawingml/2006/main">
              <a:ext uri="{FF2B5EF4-FFF2-40B4-BE49-F238E27FC236}">
                <a16:creationId xmlns:a16="http://schemas.microsoft.com/office/drawing/2014/main" id="{CCCE33E5-4330-4AC9-9634-565164065DB5}"/>
              </a:ext>
            </a:extLst>
          </p:cNvPr>
          <p:cNvSpPr>
            <a:spLocks xmlns:a="http://schemas.openxmlformats.org/drawingml/2006/main" noGrp="1"/>
          </p:cNvSpPr>
          <p:nvPr/>
        </p:nvSpPr>
        <p:spPr>
          <a:xfrm xmlns:a="http://schemas.openxmlformats.org/drawingml/2006/main">
            <a:off x="685800" y="1257300"/>
            <a:ext cx="752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150" b="1">
                <a:solidFill>
                  <a:srgbClr val="262626"/>
                </a:solidFill>
                <a:latin typeface="Arial"/>
                <a:ea typeface="Arial"/>
                <a:cs typeface="Arial"/>
              </a:defRPr>
            </a:defPPr>
          </a:lstStyle>
          <a:p xmlns:a="http://schemas.openxmlformats.org/drawingml/2006/main">
            <a:pPr algn="l">
              <a:defRPr sz="3150" b="1">
                <a:solidFill>
                  <a:srgbClr val="262626"/>
                </a:solidFill>
                <a:latin typeface="Arial"/>
                <a:ea typeface="Arial"/>
                <a:cs typeface="Arial"/>
              </a:defRPr>
            </a:pPr>
            <a:r>
              <a:rPr sz="3150" b="1">
                <a:solidFill>
                  <a:srgbClr val="262626"/>
                </a:solidFill>
                <a:latin typeface="Arial"/>
                <a:ea typeface="Arial"/>
                <a:cs typeface="Arial"/>
              </a:rPr>
              <a:t>Communication and coordination</a:t>
            </a:r>
          </a:p>
          <a:p xmlns:a="http://schemas.openxmlformats.org/drawingml/2006/main">
            <a:pPr algn="l">
              <a:defRPr sz="3150" b="1">
                <a:solidFill>
                  <a:srgbClr val="262626"/>
                </a:solidFill>
                <a:latin typeface="Arial"/>
                <a:ea typeface="Arial"/>
                <a:cs typeface="Arial"/>
              </a:defRPr>
            </a:pPr>
            <a:r>
              <a:rPr sz="3150" b="1">
                <a:solidFill>
                  <a:srgbClr val="262626"/>
                </a:solidFill>
                <a:latin typeface="Arial"/>
                <a:ea typeface="Arial"/>
                <a:cs typeface="Arial"/>
              </a:rPr>
              <a:t>for event teams</a:t>
            </a:r>
          </a:p>
        </p:txBody>
      </p:sp>
      <p:sp>
        <p:nvSpPr>
          <p:cNvPr id="10" name="Event context">
            <a:extLst xmlns:a="http://schemas.openxmlformats.org/drawingml/2006/main">
              <a:ext uri="{FF2B5EF4-FFF2-40B4-BE49-F238E27FC236}">
                <a16:creationId xmlns:a16="http://schemas.microsoft.com/office/drawing/2014/main" id="{690891A6-980B-4140-AF17-08C2D08CC865}"/>
              </a:ext>
            </a:extLst>
          </p:cNvPr>
          <p:cNvSpPr>
            <a:spLocks xmlns:a="http://schemas.openxmlformats.org/drawingml/2006/main" noGrp="1"/>
          </p:cNvSpPr>
          <p:nvPr/>
        </p:nvSpPr>
        <p:spPr>
          <a:xfrm xmlns:a="http://schemas.openxmlformats.org/drawingml/2006/main">
            <a:off x="685800" y="2533650"/>
            <a:ext cx="733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262626"/>
                </a:solidFill>
                <a:latin typeface="Arial"/>
                <a:ea typeface="Arial"/>
                <a:cs typeface="Arial"/>
              </a:defRPr>
            </a:defPPr>
          </a:lstStyle>
          <a:p xmlns:a="http://schemas.openxmlformats.org/drawingml/2006/main">
            <a:pPr algn="l">
              <a:defRPr sz="2025" b="0">
                <a:solidFill>
                  <a:srgbClr val="262626"/>
                </a:solidFill>
                <a:latin typeface="Arial"/>
                <a:ea typeface="Arial"/>
                <a:cs typeface="Arial"/>
              </a:defRPr>
            </a:pPr>
            <a:r>
              <a:rPr sz="2025" b="0">
                <a:solidFill>
                  <a:srgbClr val="262626"/>
                </a:solidFill>
                <a:latin typeface="Arial"/>
                <a:ea typeface="Arial"/>
                <a:cs typeface="Arial"/>
              </a:rPr>
              <a:t>Event teams work across different floors and zones. They need to reach the right people quickly and know who is handling each reported issue.</a:t>
            </a:r>
          </a:p>
        </p:txBody>
      </p:sp>
      <p:sp>
        <p:nvSpPr>
          <p:cNvPr id="11" name="Project introduction">
            <a:extLst xmlns:a="http://schemas.openxmlformats.org/drawingml/2006/main">
              <a:ext uri="{FF2B5EF4-FFF2-40B4-BE49-F238E27FC236}">
                <a16:creationId xmlns:a16="http://schemas.microsoft.com/office/drawing/2014/main" id="{0693A9C9-3B3C-45B5-BC79-AB381E89A3DE}"/>
              </a:ext>
            </a:extLst>
          </p:cNvPr>
          <p:cNvSpPr>
            <a:spLocks xmlns:a="http://schemas.openxmlformats.org/drawingml/2006/main" noGrp="1"/>
          </p:cNvSpPr>
          <p:nvPr/>
        </p:nvSpPr>
        <p:spPr>
          <a:xfrm xmlns:a="http://schemas.openxmlformats.org/drawingml/2006/main">
            <a:off x="685800" y="3800475"/>
            <a:ext cx="7334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262626"/>
                </a:solidFill>
                <a:latin typeface="Arial"/>
                <a:ea typeface="Arial"/>
                <a:cs typeface="Arial"/>
              </a:defRPr>
            </a:defPPr>
          </a:lstStyle>
          <a:p xmlns:a="http://schemas.openxmlformats.org/drawingml/2006/main">
            <a:pPr algn="l">
              <a:defRPr sz="2025" b="0">
                <a:solidFill>
                  <a:srgbClr val="262626"/>
                </a:solidFill>
                <a:latin typeface="Arial"/>
                <a:ea typeface="Arial"/>
                <a:cs typeface="Arial"/>
              </a:defRPr>
            </a:pPr>
            <a:r>
              <a:rPr sz="2025" b="0">
                <a:solidFill>
                  <a:srgbClr val="262626"/>
                </a:solidFill>
                <a:latin typeface="Arial"/>
                <a:ea typeface="Arial"/>
                <a:cs typeface="Arial"/>
              </a:rPr>
              <a:t>Kettoo is a private platform for organisers and volunteers. It combines walkie-talkie voice and messaging with venue check-ins and issue tracking in an Android app and a browser console.</a:t>
            </a:r>
          </a:p>
        </p:txBody>
      </p:sp>
      <p:sp>
        <p:nvSpPr>
          <p:cNvPr id="12" name="Continuity during outages">
            <a:extLst xmlns:a="http://schemas.openxmlformats.org/drawingml/2006/main">
              <a:ext uri="{FF2B5EF4-FFF2-40B4-BE49-F238E27FC236}">
                <a16:creationId xmlns:a16="http://schemas.microsoft.com/office/drawing/2014/main" id="{ECD30F4F-EAD4-4AF8-A955-14FC69F8141B}"/>
              </a:ext>
            </a:extLst>
          </p:cNvPr>
          <p:cNvSpPr>
            <a:spLocks xmlns:a="http://schemas.openxmlformats.org/drawingml/2006/main" noGrp="1"/>
          </p:cNvSpPr>
          <p:nvPr/>
        </p:nvSpPr>
        <p:spPr>
          <a:xfrm xmlns:a="http://schemas.openxmlformats.org/drawingml/2006/main">
            <a:off x="685800" y="5372100"/>
            <a:ext cx="733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555555"/>
                </a:solidFill>
                <a:latin typeface="Arial"/>
                <a:ea typeface="Arial"/>
                <a:cs typeface="Arial"/>
              </a:defRPr>
            </a:defPPr>
          </a:lstStyle>
          <a:p xmlns:a="http://schemas.openxmlformats.org/drawingml/2006/main">
            <a:pPr algn="l">
              <a:defRPr sz="1800" b="0">
                <a:solidFill>
                  <a:srgbClr val="555555"/>
                </a:solidFill>
                <a:latin typeface="Arial"/>
                <a:ea typeface="Arial"/>
                <a:cs typeface="Arial"/>
              </a:defRPr>
            </a:pPr>
            <a:r>
              <a:rPr sz="1800" b="0">
                <a:solidFill>
                  <a:srgbClr val="555555"/>
                </a:solidFill>
                <a:latin typeface="Arial"/>
                <a:ea typeface="Arial"/>
                <a:cs typeface="Arial"/>
              </a:rPr>
              <a:t>Local queues and direct Nearby communication help approved Android phones continue during outages.</a:t>
            </a:r>
          </a:p>
        </p:txBody>
      </p:sp>
      <p:pic>
        <p:nvPicPr>
          <p:cNvPr id="13" name="">
            <a:extLst xmlns:a="http://schemas.openxmlformats.org/drawingml/2006/main">
              <a:ext uri="{FF2B5EF4-FFF2-40B4-BE49-F238E27FC236}">
                <a16:creationId xmlns:a16="http://schemas.microsoft.com/office/drawing/2014/main" id="{C6801D94-52DA-42F4-8C00-308906B8AE3B}"/>
              </a:ext>
            </a:extLst>
          </p:cNvPr>
          <p:cNvPicPr>
            <a:picLocks xmlns:a="http://schemas.openxmlformats.org/drawingml/2006/main" noChangeAspect="1"/>
          </p:cNvPicPr>
          <p:nvPr/>
        </p:nvPicPr>
        <p:blipFill>
          <a:blip xmlns:r="http://schemas.openxmlformats.org/officeDocument/2006/relationships" xmlns:a="http://schemas.openxmlformats.org/drawingml/2006/main" r:embed="R0c71cce2bc4a4e67"/>
          <a:stretch xmlns:a="http://schemas.openxmlformats.org/drawingml/2006/main"/>
        </p:blipFill>
        <p:spPr>
          <a:xfrm xmlns:a="http://schemas.openxmlformats.org/drawingml/2006/main">
            <a:off x="8915542" y="1152525"/>
            <a:ext cx="2247616" cy="5019675"/>
          </a:xfrm>
          <a:prstGeom xmlns:a="http://schemas.openxmlformats.org/drawingml/2006/main" prst="rect">
            <a:avLst/>
          </a:prstGeom>
        </p:spPr>
      </p:pic>
      <p:sp>
        <p:nvSpPr>
          <p:cNvPr id="14" name="Screenshot caption">
            <a:extLst xmlns:a="http://schemas.openxmlformats.org/drawingml/2006/main">
              <a:ext uri="{FF2B5EF4-FFF2-40B4-BE49-F238E27FC236}">
                <a16:creationId xmlns:a16="http://schemas.microsoft.com/office/drawing/2014/main" id="{DF0A628B-AB63-486F-88BC-47053C1AD759}"/>
              </a:ext>
            </a:extLst>
          </p:cNvPr>
          <p:cNvSpPr>
            <a:spLocks xmlns:a="http://schemas.openxmlformats.org/drawingml/2006/main" noGrp="1"/>
          </p:cNvSpPr>
          <p:nvPr/>
        </p:nvSpPr>
        <p:spPr>
          <a:xfrm xmlns:a="http://schemas.openxmlformats.org/drawingml/2006/main">
            <a:off x="8915400" y="6267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666666"/>
                </a:solidFill>
                <a:latin typeface="Arial"/>
                <a:ea typeface="Arial"/>
                <a:cs typeface="Arial"/>
              </a:defRPr>
            </a:defPPr>
          </a:lstStyle>
          <a:p xmlns:a="http://schemas.openxmlformats.org/drawingml/2006/main">
            <a:pPr algn="l">
              <a:defRPr sz="1500" b="0">
                <a:solidFill>
                  <a:srgbClr val="666666"/>
                </a:solidFill>
                <a:latin typeface="Arial"/>
                <a:ea typeface="Arial"/>
                <a:cs typeface="Arial"/>
              </a:defRPr>
            </a:pPr>
            <a:r>
              <a:rPr sz="1500" b="0">
                <a:solidFill>
                  <a:srgbClr val="666666"/>
                </a:solidFill>
                <a:latin typeface="Arial"/>
                <a:ea typeface="Arial"/>
                <a:cs typeface="Arial"/>
              </a:rPr>
              <a:t>Kettoo Android app</a:t>
            </a:r>
          </a:p>
        </p:txBody>
      </p:sp>
    </p:spTree>
    <p:extLst>
      <p:ext uri="{BB962C8B-B14F-4D97-AF65-F5344CB8AC3E}">
        <p14:creationId xmlns:p14="http://schemas.microsoft.com/office/powerpoint/2010/main" val="118719679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ACAE5ED-0FE5-F1F9-21B0-5D1D40127A1C}"/>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sp>
        <p:nvSpPr>
          <p:cNvPr id="3" name="Subtitle 2">
            <a:extLst xmlns:a="http://schemas.openxmlformats.org/drawingml/2006/main">
              <a:ext uri="{FF2B5EF4-FFF2-40B4-BE49-F238E27FC236}">
                <a16:creationId xmlns:a16="http://schemas.microsoft.com/office/drawing/2014/main" id="{F1E34A61-8301-BDD1-6695-EFF8B575F30C}"/>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pic>
        <p:nvPicPr>
          <p:cNvPr id="5" name="Picture 4">
            <a:extLst xmlns:a="http://schemas.openxmlformats.org/drawingml/2006/main">
              <a:ext uri="{FF2B5EF4-FFF2-40B4-BE49-F238E27FC236}">
                <a16:creationId xmlns:a16="http://schemas.microsoft.com/office/drawing/2014/main" id="{22E68200-628C-4404-ACB0-1A3F4326986A}"/>
              </a:ext>
            </a:extLst>
          </p:cNvPr>
          <p:cNvPicPr>
            <a:picLocks xmlns:a="http://schemas.openxmlformats.org/drawingml/2006/main" noChangeAspect="1"/>
          </p:cNvPicPr>
          <p:nvPr/>
        </p:nvPicPr>
        <p:blipFill>
          <a:blip xmlns:r="http://schemas.openxmlformats.org/officeDocument/2006/relationships" xmlns:a="http://schemas.openxmlformats.org/drawingml/2006/main" r:embed="R356a2c6e671847d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6" name="Picture 5">
            <a:extLst xmlns:a="http://schemas.openxmlformats.org/drawingml/2006/main">
              <a:ext uri="{FF2B5EF4-FFF2-40B4-BE49-F238E27FC236}">
                <a16:creationId xmlns:a16="http://schemas.microsoft.com/office/drawing/2014/main" id="{6F00F192-A850-48BA-8CD9-D9303E54AF45}"/>
              </a:ext>
            </a:extLst>
          </p:cNvPr>
          <p:cNvPicPr>
            <a:picLocks xmlns:a="http://schemas.openxmlformats.org/drawingml/2006/main" noChangeAspect="1"/>
          </p:cNvPicPr>
          <p:nvPr/>
        </p:nvPicPr>
        <p:blipFill>
          <a:blip xmlns:r="http://schemas.openxmlformats.org/officeDocument/2006/relationships" xmlns:a="http://schemas.openxmlformats.org/drawingml/2006/main" r:embed="Rc208f59497b54b0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3680F1E4-89DE-A828-3167-54A44B825891}"/>
              </a:ext>
            </a:extLst>
          </p:cNvPr>
          <p:cNvSpPr>
            <a:spLocks xmlns:a="http://schemas.openxmlformats.org/drawingml/2006/main" noGrp="1"/>
          </p:cNvSpPr>
          <p:nvPr/>
        </p:nvSpPr>
        <p:spPr>
          <a:xfrm xmlns:a="http://schemas.openxmlformats.org/drawingml/2006/main">
            <a:off x="176979" y="175655"/>
            <a:ext cx="725620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Clash Display"/>
                <a:ea typeface="Clash Display"/>
                <a:cs typeface="Clash Display"/>
              </a:rPr>
              <a:t>Problem Statement</a:t>
            </a:r>
          </a:p>
        </p:txBody>
      </p:sp>
    </p:spTree>
    <p:extLst>
      <p:ext uri="{BB962C8B-B14F-4D97-AF65-F5344CB8AC3E}">
        <p14:creationId xmlns:p14="http://schemas.microsoft.com/office/powerpoint/2010/main" val="73775601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31CFDC9-1316-20F8-3E5A-445CDAD2CA44}"/>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sp>
        <p:nvSpPr>
          <p:cNvPr id="3" name="Subtitle 2">
            <a:extLst xmlns:a="http://schemas.openxmlformats.org/drawingml/2006/main">
              <a:ext uri="{FF2B5EF4-FFF2-40B4-BE49-F238E27FC236}">
                <a16:creationId xmlns:a16="http://schemas.microsoft.com/office/drawing/2014/main" id="{456CF8F9-540D-A9CB-CFFA-955301321115}"/>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pic>
        <p:nvPicPr>
          <p:cNvPr id="5" name="Picture 4">
            <a:extLst xmlns:a="http://schemas.openxmlformats.org/drawingml/2006/main">
              <a:ext uri="{FF2B5EF4-FFF2-40B4-BE49-F238E27FC236}">
                <a16:creationId xmlns:a16="http://schemas.microsoft.com/office/drawing/2014/main" id="{DA4333AB-6110-4A3F-B668-E7116BF3421D}"/>
              </a:ext>
            </a:extLst>
          </p:cNvPr>
          <p:cNvPicPr>
            <a:picLocks xmlns:a="http://schemas.openxmlformats.org/drawingml/2006/main" noChangeAspect="1"/>
          </p:cNvPicPr>
          <p:nvPr/>
        </p:nvPicPr>
        <p:blipFill>
          <a:blip xmlns:r="http://schemas.openxmlformats.org/officeDocument/2006/relationships" xmlns:a="http://schemas.openxmlformats.org/drawingml/2006/main" r:embed="R905c2042b64d4e4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6" name="Picture 5">
            <a:extLst xmlns:a="http://schemas.openxmlformats.org/drawingml/2006/main">
              <a:ext uri="{FF2B5EF4-FFF2-40B4-BE49-F238E27FC236}">
                <a16:creationId xmlns:a16="http://schemas.microsoft.com/office/drawing/2014/main" id="{1AF5BBD8-DCBF-4EF8-A328-1BE31E1E8439}"/>
              </a:ext>
            </a:extLst>
          </p:cNvPr>
          <p:cNvPicPr>
            <a:picLocks xmlns:a="http://schemas.openxmlformats.org/drawingml/2006/main" noChangeAspect="1"/>
          </p:cNvPicPr>
          <p:nvPr/>
        </p:nvPicPr>
        <p:blipFill>
          <a:blip xmlns:r="http://schemas.openxmlformats.org/officeDocument/2006/relationships" xmlns:a="http://schemas.openxmlformats.org/drawingml/2006/main" r:embed="R633c76f4a9634d8d"/>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BDA9BCA3-4C87-7F41-5A3C-34B94BE2D2A0}"/>
              </a:ext>
            </a:extLst>
          </p:cNvPr>
          <p:cNvSpPr>
            <a:spLocks xmlns:a="http://schemas.openxmlformats.org/drawingml/2006/main" noGrp="1"/>
          </p:cNvSpPr>
          <p:nvPr/>
        </p:nvSpPr>
        <p:spPr>
          <a:xfrm xmlns:a="http://schemas.openxmlformats.org/drawingml/2006/main">
            <a:off x="176979" y="175655"/>
            <a:ext cx="725620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Clash Display"/>
                <a:ea typeface="Clash Display"/>
                <a:cs typeface="Clash Display"/>
              </a:rPr>
              <a:t>Proposed Solution</a:t>
            </a:r>
          </a:p>
        </p:txBody>
      </p:sp>
    </p:spTree>
    <p:extLst>
      <p:ext uri="{BB962C8B-B14F-4D97-AF65-F5344CB8AC3E}">
        <p14:creationId xmlns:p14="http://schemas.microsoft.com/office/powerpoint/2010/main" val="282926408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22EF9D7-A296-B367-641D-5ED71C52CC57}"/>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sp>
        <p:nvSpPr>
          <p:cNvPr id="3" name="Subtitle 2">
            <a:extLst xmlns:a="http://schemas.openxmlformats.org/drawingml/2006/main">
              <a:ext uri="{FF2B5EF4-FFF2-40B4-BE49-F238E27FC236}">
                <a16:creationId xmlns:a16="http://schemas.microsoft.com/office/drawing/2014/main" id="{F6CDAC5D-34C0-0403-A7BC-21BF267ECE4A}"/>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pic>
        <p:nvPicPr>
          <p:cNvPr id="5" name="Picture 4">
            <a:extLst xmlns:a="http://schemas.openxmlformats.org/drawingml/2006/main">
              <a:ext uri="{FF2B5EF4-FFF2-40B4-BE49-F238E27FC236}">
                <a16:creationId xmlns:a16="http://schemas.microsoft.com/office/drawing/2014/main" id="{2A07195C-EE9E-43B1-AEC9-62CF16393CC2}"/>
              </a:ext>
            </a:extLst>
          </p:cNvPr>
          <p:cNvPicPr>
            <a:picLocks xmlns:a="http://schemas.openxmlformats.org/drawingml/2006/main" noChangeAspect="1"/>
          </p:cNvPicPr>
          <p:nvPr/>
        </p:nvPicPr>
        <p:blipFill>
          <a:blip xmlns:r="http://schemas.openxmlformats.org/officeDocument/2006/relationships" xmlns:a="http://schemas.openxmlformats.org/drawingml/2006/main" r:embed="R698467416c32442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6" name="Picture 5">
            <a:extLst xmlns:a="http://schemas.openxmlformats.org/drawingml/2006/main">
              <a:ext uri="{FF2B5EF4-FFF2-40B4-BE49-F238E27FC236}">
                <a16:creationId xmlns:a16="http://schemas.microsoft.com/office/drawing/2014/main" id="{D36CAB9A-FF41-4187-BD22-D4621122A435}"/>
              </a:ext>
            </a:extLst>
          </p:cNvPr>
          <p:cNvPicPr>
            <a:picLocks xmlns:a="http://schemas.openxmlformats.org/drawingml/2006/main" noChangeAspect="1"/>
          </p:cNvPicPr>
          <p:nvPr/>
        </p:nvPicPr>
        <p:blipFill>
          <a:blip xmlns:r="http://schemas.openxmlformats.org/officeDocument/2006/relationships" xmlns:a="http://schemas.openxmlformats.org/drawingml/2006/main" r:embed="Rb62ce4b3eb6b4352"/>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99269F55-A8D0-AF52-4D37-C44FD377510C}"/>
              </a:ext>
            </a:extLst>
          </p:cNvPr>
          <p:cNvSpPr>
            <a:spLocks xmlns:a="http://schemas.openxmlformats.org/drawingml/2006/main" noGrp="1"/>
          </p:cNvSpPr>
          <p:nvPr/>
        </p:nvSpPr>
        <p:spPr>
          <a:xfrm xmlns:a="http://schemas.openxmlformats.org/drawingml/2006/main">
            <a:off x="176979" y="175655"/>
            <a:ext cx="725620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Clash Display"/>
                <a:ea typeface="Clash Display"/>
                <a:cs typeface="Clash Display"/>
              </a:rPr>
              <a:t>Technical Architecture and Tech Stack</a:t>
            </a:r>
          </a:p>
        </p:txBody>
      </p:sp>
    </p:spTree>
    <p:extLst>
      <p:ext uri="{BB962C8B-B14F-4D97-AF65-F5344CB8AC3E}">
        <p14:creationId xmlns:p14="http://schemas.microsoft.com/office/powerpoint/2010/main" val="174725806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0F2DF2F-EDDE-4D7B-A639-0DC74E392EC5}"/>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sp>
        <p:nvSpPr>
          <p:cNvPr id="3" name="Subtitle 2">
            <a:extLst xmlns:a="http://schemas.openxmlformats.org/drawingml/2006/main">
              <a:ext uri="{FF2B5EF4-FFF2-40B4-BE49-F238E27FC236}">
                <a16:creationId xmlns:a16="http://schemas.microsoft.com/office/drawing/2014/main" id="{FEF85BF1-3784-3E72-39B3-B468FB556DF3}"/>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pic>
        <p:nvPicPr>
          <p:cNvPr id="5" name="Picture 4">
            <a:extLst xmlns:a="http://schemas.openxmlformats.org/drawingml/2006/main">
              <a:ext uri="{FF2B5EF4-FFF2-40B4-BE49-F238E27FC236}">
                <a16:creationId xmlns:a16="http://schemas.microsoft.com/office/drawing/2014/main" id="{94CD37CB-99B2-4FF6-B24F-F96F891CE3FD}"/>
              </a:ext>
            </a:extLst>
          </p:cNvPr>
          <p:cNvPicPr>
            <a:picLocks xmlns:a="http://schemas.openxmlformats.org/drawingml/2006/main" noChangeAspect="1"/>
          </p:cNvPicPr>
          <p:nvPr/>
        </p:nvPicPr>
        <p:blipFill>
          <a:blip xmlns:r="http://schemas.openxmlformats.org/officeDocument/2006/relationships" xmlns:a="http://schemas.openxmlformats.org/drawingml/2006/main" r:embed="R1389b1384ec84d5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6" name="Picture 5">
            <a:extLst xmlns:a="http://schemas.openxmlformats.org/drawingml/2006/main">
              <a:ext uri="{FF2B5EF4-FFF2-40B4-BE49-F238E27FC236}">
                <a16:creationId xmlns:a16="http://schemas.microsoft.com/office/drawing/2014/main" id="{C26BBC5E-6FAA-45BE-A4F2-78B22D662F5D}"/>
              </a:ext>
            </a:extLst>
          </p:cNvPr>
          <p:cNvPicPr>
            <a:picLocks xmlns:a="http://schemas.openxmlformats.org/drawingml/2006/main" noChangeAspect="1"/>
          </p:cNvPicPr>
          <p:nvPr/>
        </p:nvPicPr>
        <p:blipFill>
          <a:blip xmlns:r="http://schemas.openxmlformats.org/officeDocument/2006/relationships" xmlns:a="http://schemas.openxmlformats.org/drawingml/2006/main" r:embed="R3d90309e1155467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F951BB3C-E90B-A26C-3140-E8CE949EE2D5}"/>
              </a:ext>
            </a:extLst>
          </p:cNvPr>
          <p:cNvSpPr>
            <a:spLocks xmlns:a="http://schemas.openxmlformats.org/drawingml/2006/main" noGrp="1"/>
          </p:cNvSpPr>
          <p:nvPr/>
        </p:nvSpPr>
        <p:spPr>
          <a:xfrm xmlns:a="http://schemas.openxmlformats.org/drawingml/2006/main">
            <a:off x="176979" y="175655"/>
            <a:ext cx="725620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Clash Display"/>
                <a:ea typeface="Clash Display"/>
                <a:cs typeface="Clash Display"/>
              </a:rPr>
              <a:t>Key Features and Implementation</a:t>
            </a:r>
          </a:p>
        </p:txBody>
      </p:sp>
    </p:spTree>
    <p:extLst>
      <p:ext uri="{BB962C8B-B14F-4D97-AF65-F5344CB8AC3E}">
        <p14:creationId xmlns:p14="http://schemas.microsoft.com/office/powerpoint/2010/main" val="92393541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3011611-D6DF-8026-ADC6-44DEC249F833}"/>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sp>
        <p:nvSpPr>
          <p:cNvPr id="3" name="Subtitle 2">
            <a:extLst xmlns:a="http://schemas.openxmlformats.org/drawingml/2006/main">
              <a:ext uri="{FF2B5EF4-FFF2-40B4-BE49-F238E27FC236}">
                <a16:creationId xmlns:a16="http://schemas.microsoft.com/office/drawing/2014/main" id="{A3628315-6695-9ADA-0D7E-6837BF58D468}"/>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pic>
        <p:nvPicPr>
          <p:cNvPr id="5" name="Picture 4">
            <a:extLst xmlns:a="http://schemas.openxmlformats.org/drawingml/2006/main">
              <a:ext uri="{FF2B5EF4-FFF2-40B4-BE49-F238E27FC236}">
                <a16:creationId xmlns:a16="http://schemas.microsoft.com/office/drawing/2014/main" id="{05B70828-34F1-4AC0-A539-1DCE3E17FE8B}"/>
              </a:ext>
            </a:extLst>
          </p:cNvPr>
          <p:cNvPicPr>
            <a:picLocks xmlns:a="http://schemas.openxmlformats.org/drawingml/2006/main" noChangeAspect="1"/>
          </p:cNvPicPr>
          <p:nvPr/>
        </p:nvPicPr>
        <p:blipFill>
          <a:blip xmlns:r="http://schemas.openxmlformats.org/officeDocument/2006/relationships" xmlns:a="http://schemas.openxmlformats.org/drawingml/2006/main" r:embed="Rbdd7a69b6465490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6" name="Picture 5">
            <a:extLst xmlns:a="http://schemas.openxmlformats.org/drawingml/2006/main">
              <a:ext uri="{FF2B5EF4-FFF2-40B4-BE49-F238E27FC236}">
                <a16:creationId xmlns:a16="http://schemas.microsoft.com/office/drawing/2014/main" id="{CB57801E-C49A-4ABD-A133-7872F3E09C2A}"/>
              </a:ext>
            </a:extLst>
          </p:cNvPr>
          <p:cNvPicPr>
            <a:picLocks xmlns:a="http://schemas.openxmlformats.org/drawingml/2006/main" noChangeAspect="1"/>
          </p:cNvPicPr>
          <p:nvPr/>
        </p:nvPicPr>
        <p:blipFill>
          <a:blip xmlns:r="http://schemas.openxmlformats.org/officeDocument/2006/relationships" xmlns:a="http://schemas.openxmlformats.org/drawingml/2006/main" r:embed="Rb4669be1cad8488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60FC4D7B-8C51-628B-22F4-69821D1FBAE9}"/>
              </a:ext>
            </a:extLst>
          </p:cNvPr>
          <p:cNvSpPr>
            <a:spLocks xmlns:a="http://schemas.openxmlformats.org/drawingml/2006/main" noGrp="1"/>
          </p:cNvSpPr>
          <p:nvPr/>
        </p:nvSpPr>
        <p:spPr>
          <a:xfrm xmlns:a="http://schemas.openxmlformats.org/drawingml/2006/main">
            <a:off x="176979" y="175655"/>
            <a:ext cx="725620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Clash Display"/>
                <a:ea typeface="Clash Display"/>
                <a:cs typeface="Clash Display"/>
              </a:rPr>
              <a:t>Live Demo</a:t>
            </a:r>
          </a:p>
        </p:txBody>
      </p:sp>
    </p:spTree>
    <p:extLst>
      <p:ext uri="{BB962C8B-B14F-4D97-AF65-F5344CB8AC3E}">
        <p14:creationId xmlns:p14="http://schemas.microsoft.com/office/powerpoint/2010/main" val="152577990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4240B35-8928-1435-C70F-8842F31CB568}"/>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sp>
        <p:nvSpPr>
          <p:cNvPr id="3" name="Subtitle 2">
            <a:extLst xmlns:a="http://schemas.openxmlformats.org/drawingml/2006/main">
              <a:ext uri="{FF2B5EF4-FFF2-40B4-BE49-F238E27FC236}">
                <a16:creationId xmlns:a16="http://schemas.microsoft.com/office/drawing/2014/main" id="{9F00631E-DA51-91E2-5F88-8B4B6C022F57}"/>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pic>
        <p:nvPicPr>
          <p:cNvPr id="5" name="Picture 4">
            <a:extLst xmlns:a="http://schemas.openxmlformats.org/drawingml/2006/main">
              <a:ext uri="{FF2B5EF4-FFF2-40B4-BE49-F238E27FC236}">
                <a16:creationId xmlns:a16="http://schemas.microsoft.com/office/drawing/2014/main" id="{AA6C82E7-0073-4BD4-ACB4-25A12DC7337A}"/>
              </a:ext>
            </a:extLst>
          </p:cNvPr>
          <p:cNvPicPr>
            <a:picLocks xmlns:a="http://schemas.openxmlformats.org/drawingml/2006/main" noChangeAspect="1"/>
          </p:cNvPicPr>
          <p:nvPr/>
        </p:nvPicPr>
        <p:blipFill>
          <a:blip xmlns:r="http://schemas.openxmlformats.org/officeDocument/2006/relationships" xmlns:a="http://schemas.openxmlformats.org/drawingml/2006/main" r:embed="R8d55a5822f454b3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6" name="Picture 5">
            <a:extLst xmlns:a="http://schemas.openxmlformats.org/drawingml/2006/main">
              <a:ext uri="{FF2B5EF4-FFF2-40B4-BE49-F238E27FC236}">
                <a16:creationId xmlns:a16="http://schemas.microsoft.com/office/drawing/2014/main" id="{FC80C7BB-AD11-4B33-87BD-98C99CA7AC38}"/>
              </a:ext>
            </a:extLst>
          </p:cNvPr>
          <p:cNvPicPr>
            <a:picLocks xmlns:a="http://schemas.openxmlformats.org/drawingml/2006/main" noChangeAspect="1"/>
          </p:cNvPicPr>
          <p:nvPr/>
        </p:nvPicPr>
        <p:blipFill>
          <a:blip xmlns:r="http://schemas.openxmlformats.org/officeDocument/2006/relationships" xmlns:a="http://schemas.openxmlformats.org/drawingml/2006/main" r:embed="R4be43e1e7c724c0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097EC384-8EF2-B395-37B7-36C6527D8447}"/>
              </a:ext>
            </a:extLst>
          </p:cNvPr>
          <p:cNvSpPr>
            <a:spLocks xmlns:a="http://schemas.openxmlformats.org/drawingml/2006/main" noGrp="1"/>
          </p:cNvSpPr>
          <p:nvPr/>
        </p:nvSpPr>
        <p:spPr>
          <a:xfrm xmlns:a="http://schemas.openxmlformats.org/drawingml/2006/main">
            <a:off x="176979" y="175655"/>
            <a:ext cx="725620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Clash Display"/>
                <a:ea typeface="Clash Display"/>
                <a:cs typeface="Clash Display"/>
              </a:rPr>
              <a:t>Impact, Feasibility and Scalability</a:t>
            </a:r>
          </a:p>
        </p:txBody>
      </p:sp>
    </p:spTree>
    <p:extLst>
      <p:ext uri="{BB962C8B-B14F-4D97-AF65-F5344CB8AC3E}">
        <p14:creationId xmlns:p14="http://schemas.microsoft.com/office/powerpoint/2010/main" val="283934987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8F5926-9B94-82D9-B015-3FD4665505F7}"/>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endParaRPr/>
          </a:p>
        </p:txBody>
      </p:sp>
      <p:sp>
        <p:nvSpPr>
          <p:cNvPr id="3" name="Subtitle 2">
            <a:extLst xmlns:a="http://schemas.openxmlformats.org/drawingml/2006/main">
              <a:ext uri="{FF2B5EF4-FFF2-40B4-BE49-F238E27FC236}">
                <a16:creationId xmlns:a16="http://schemas.microsoft.com/office/drawing/2014/main" id="{8E12BB95-8FB5-02E2-58B4-71F167FCAB86}"/>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endParaRPr/>
          </a:p>
        </p:txBody>
      </p:sp>
      <p:pic>
        <p:nvPicPr>
          <p:cNvPr id="5" name="Picture 4">
            <a:extLst xmlns:a="http://schemas.openxmlformats.org/drawingml/2006/main">
              <a:ext uri="{FF2B5EF4-FFF2-40B4-BE49-F238E27FC236}">
                <a16:creationId xmlns:a16="http://schemas.microsoft.com/office/drawing/2014/main" id="{84EEBBCC-A8B8-48D5-9633-E2AFF20F3596}"/>
              </a:ext>
            </a:extLst>
          </p:cNvPr>
          <p:cNvPicPr>
            <a:picLocks xmlns:a="http://schemas.openxmlformats.org/drawingml/2006/main" noChangeAspect="1"/>
          </p:cNvPicPr>
          <p:nvPr/>
        </p:nvPicPr>
        <p:blipFill>
          <a:blip xmlns:r="http://schemas.openxmlformats.org/officeDocument/2006/relationships" xmlns:a="http://schemas.openxmlformats.org/drawingml/2006/main" r:embed="R63901d95b01d4e2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6" name="Picture 5">
            <a:extLst xmlns:a="http://schemas.openxmlformats.org/drawingml/2006/main">
              <a:ext uri="{FF2B5EF4-FFF2-40B4-BE49-F238E27FC236}">
                <a16:creationId xmlns:a16="http://schemas.microsoft.com/office/drawing/2014/main" id="{B50C694D-107C-40E0-9088-325CA4981682}"/>
              </a:ext>
            </a:extLst>
          </p:cNvPr>
          <p:cNvPicPr>
            <a:picLocks xmlns:a="http://schemas.openxmlformats.org/drawingml/2006/main" noChangeAspect="1"/>
          </p:cNvPicPr>
          <p:nvPr/>
        </p:nvPicPr>
        <p:blipFill>
          <a:blip xmlns:r="http://schemas.openxmlformats.org/officeDocument/2006/relationships" xmlns:a="http://schemas.openxmlformats.org/drawingml/2006/main" r:embed="Rfcce6f9ebc3342a2"/>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690B4AA1-7491-5D09-DD6B-C5DC2215B24E}"/>
              </a:ext>
            </a:extLst>
          </p:cNvPr>
          <p:cNvSpPr>
            <a:spLocks xmlns:a="http://schemas.openxmlformats.org/drawingml/2006/main" noGrp="1"/>
          </p:cNvSpPr>
          <p:nvPr/>
        </p:nvSpPr>
        <p:spPr>
          <a:xfrm xmlns:a="http://schemas.openxmlformats.org/drawingml/2006/main">
            <a:off x="176979" y="175655"/>
            <a:ext cx="725620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Clash Display"/>
                <a:ea typeface="Clash Display"/>
                <a:cs typeface="Clash Display"/>
              </a:rPr>
              <a:t>Conclusion</a:t>
            </a:r>
          </a:p>
        </p:txBody>
      </p:sp>
    </p:spTree>
    <p:extLst>
      <p:ext uri="{BB962C8B-B14F-4D97-AF65-F5344CB8AC3E}">
        <p14:creationId xmlns:p14="http://schemas.microsoft.com/office/powerpoint/2010/main" val="365594326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2026-10-10T01:35:37.9100000Z</dcterms:created>
  <dcterms:modified xsi:type="dcterms:W3CDTF">2026-10-10T01:35:37.9100000Z</dcterms:modified>
</coreProperties>
</file>