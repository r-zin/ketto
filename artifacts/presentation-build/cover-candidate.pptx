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982951766e413b" /><Relationship Type="http://schemas.openxmlformats.org/officeDocument/2006/relationships/extended-properties" Target="/docProps/app.xml" Id="Rf95fd36a678845ed" /><Relationship Type="http://schemas.openxmlformats.org/officeDocument/2006/relationships/officeDocument" Target="/ppt/presentation.xml" Id="R05b503a4ceeb4e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7c5a608b4a4990"/>
  </p:sldMasterIdLst>
  <p:notesMasterIdLst>
    <p:notesMasterId xmlns:r="http://schemas.openxmlformats.org/officeDocument/2006/relationships" r:id="Rca1fe16e1ea844f2"/>
  </p:notesMasterIdLst>
  <p:sldIdLst>
    <p:sldId xmlns:r="http://schemas.openxmlformats.org/officeDocument/2006/relationships" id="256" r:id="Rb2f9090fb3fb412e"/>
    <p:sldId xmlns:r="http://schemas.openxmlformats.org/officeDocument/2006/relationships" id="257" r:id="Rd30adef7c3434e1e"/>
    <p:sldId xmlns:r="http://schemas.openxmlformats.org/officeDocument/2006/relationships" id="258" r:id="Rdb2759215efc4022"/>
    <p:sldId xmlns:r="http://schemas.openxmlformats.org/officeDocument/2006/relationships" id="259" r:id="R5c7083c0d2d74154"/>
    <p:sldId xmlns:r="http://schemas.openxmlformats.org/officeDocument/2006/relationships" id="260" r:id="R81c08a7ea0394e67"/>
    <p:sldId xmlns:r="http://schemas.openxmlformats.org/officeDocument/2006/relationships" id="261" r:id="R482abc596ddd4314"/>
    <p:sldId xmlns:r="http://schemas.openxmlformats.org/officeDocument/2006/relationships" id="262" r:id="Rf7ff90c589644bc2"/>
    <p:sldId xmlns:r="http://schemas.openxmlformats.org/officeDocument/2006/relationships" id="263" r:id="Rcc20e8e6ca384617"/>
    <p:sldId xmlns:r="http://schemas.openxmlformats.org/officeDocument/2006/relationships" id="264" r:id="Rc1cb210fd79d4095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765b1716c64488" /><Relationship Type="http://schemas.openxmlformats.org/officeDocument/2006/relationships/slideMaster" Target="/ppt/slideMasters/slideMaster1.xml" Id="R507c5a608b4a4990" /><Relationship Type="http://schemas.openxmlformats.org/officeDocument/2006/relationships/notesMaster" Target="/ppt/notesMasters/notesMaster1.xml" Id="Rca1fe16e1ea844f2" /><Relationship Type="http://schemas.openxmlformats.org/officeDocument/2006/relationships/presProps" Target="/ppt/presProps.xml" Id="R2cda482ad33c4acd" /><Relationship Type="http://schemas.openxmlformats.org/officeDocument/2006/relationships/viewProps" Target="/ppt/viewProps.xml" Id="R7172ee14a74441be" /><Relationship Type="http://schemas.openxmlformats.org/officeDocument/2006/relationships/tableStyles" Target="/ppt/tableStyles.xml" Id="Raa2f105a1a114262" /><Relationship Type="http://schemas.openxmlformats.org/officeDocument/2006/relationships/slide" Target="/ppt/slides/slide1.xml" Id="Rb2f9090fb3fb412e" /><Relationship Type="http://schemas.openxmlformats.org/officeDocument/2006/relationships/slide" Target="/ppt/slides/slide2.xml" Id="Rd30adef7c3434e1e" /><Relationship Type="http://schemas.openxmlformats.org/officeDocument/2006/relationships/slide" Target="/ppt/slides/slide3.xml" Id="Rdb2759215efc4022" /><Relationship Type="http://schemas.openxmlformats.org/officeDocument/2006/relationships/slide" Target="/ppt/slides/slide4.xml" Id="R5c7083c0d2d74154" /><Relationship Type="http://schemas.openxmlformats.org/officeDocument/2006/relationships/slide" Target="/ppt/slides/slide5.xml" Id="R81c08a7ea0394e67" /><Relationship Type="http://schemas.openxmlformats.org/officeDocument/2006/relationships/slide" Target="/ppt/slides/slide6.xml" Id="R482abc596ddd4314" /><Relationship Type="http://schemas.openxmlformats.org/officeDocument/2006/relationships/slide" Target="/ppt/slides/slide7.xml" Id="Rf7ff90c589644bc2" /><Relationship Type="http://schemas.openxmlformats.org/officeDocument/2006/relationships/slide" Target="/ppt/slides/slide8.xml" Id="Rcc20e8e6ca384617" /><Relationship Type="http://schemas.openxmlformats.org/officeDocument/2006/relationships/slide" Target="/ppt/slides/slide9.xml" Id="Rc1cb210fd79d40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507eed8f9f49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b9f71f7c30465d" /><Relationship Type="http://schemas.openxmlformats.org/officeDocument/2006/relationships/notesMaster" Target="/ppt/notesMasters/notesMaster1.xml" Id="R0bb7c409c9a140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cbad95a22f4e44" /><Relationship Type="http://schemas.openxmlformats.org/officeDocument/2006/relationships/notesMaster" Target="/ppt/notesMasters/notesMaster1.xml" Id="Red2ba8f7dfca41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0af2be5abe4cd0" /><Relationship Type="http://schemas.openxmlformats.org/officeDocument/2006/relationships/notesMaster" Target="/ppt/notesMasters/notesMaster1.xml" Id="Rb0b0a95dd4df4c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4d992eed024035" /><Relationship Type="http://schemas.openxmlformats.org/officeDocument/2006/relationships/notesMaster" Target="/ppt/notesMasters/notesMaster1.xml" Id="R76b79f8b8e5e45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0ffbee72a94601" /><Relationship Type="http://schemas.openxmlformats.org/officeDocument/2006/relationships/notesMaster" Target="/ppt/notesMasters/notesMaster1.xml" Id="Ra0deed825f154a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d02810da074d9e" /><Relationship Type="http://schemas.openxmlformats.org/officeDocument/2006/relationships/notesMaster" Target="/ppt/notesMasters/notesMaster1.xml" Id="R6862ce41e3164f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92c2c2c3c04245" /><Relationship Type="http://schemas.openxmlformats.org/officeDocument/2006/relationships/notesMaster" Target="/ppt/notesMasters/notesMaster1.xml" Id="Rabe40100eb3442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b551fe18cc454d" /><Relationship Type="http://schemas.openxmlformats.org/officeDocument/2006/relationships/notesMaster" Target="/ppt/notesMasters/notesMaster1.xml" Id="Ra47c8f79fb3a4d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b43b291032407d" /><Relationship Type="http://schemas.openxmlformats.org/officeDocument/2006/relationships/notesMaster" Target="/ppt/notesMasters/notesMaster1.xml" Id="R59738b7a5be149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Kettoo is a native Android app, browser console and organisation-hosted backend for event communication and coordination. The implementation includes live push-to-talk, messages, venue check-ins and issue workflows. Source: PROJECT_SUMMARY.md and README.md in the Kettoo project, reviewed 10 October 2026. Team name: Codio, as supplied by the presenter. Team number omitted at the presenter's request.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e605a05a5f4a4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4cfe8a012e400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b13fd4f51436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be9ca7e8f445b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88b6a9e9b84c8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9b7c503a7142d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dbd764aa5c4b3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29633e7a024fe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2a346c35654c7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d8975495eb475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6cfefdcd524c55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3F3F402-29DA-397B-6E58-41B761CB794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C005959-859C-9FF4-7DA1-EFBCD45BB32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F5F5159-A0B9-48B7-B24B-0C5CDF5AB36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22D898-A8B6-4BA8-8CAA-2801FDC31292}" type="datetimeFigureOut">
              <a:t>10-10-2026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D97D482-5E9D-56CD-E97C-2EFC9AA741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A2AA2CA-913F-B967-9981-52C167C38C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DAE67D-547A-4DF3-8AEA-E67819B1E916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0B85FCE-485A-E498-5634-784AC83DCD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E53ADFE-FF7E-348C-E6DC-65C560EB926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89AEF3F-F775-A1C5-D8F0-7676B92E29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22D898-A8B6-4BA8-8CAA-2801FDC31292}" type="datetimeFigureOut">
              <a:t>10-10-2026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44DAD8-0B42-9A76-293D-D6521F81D8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32EE94F-42A2-9FDC-D629-37110730BB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DAE67D-547A-4DF3-8AEA-E67819B1E916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D467C00-6B4D-FA6F-9FCB-D01CABC73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1EB16DC-0F3E-D3BC-67BC-FFAAEAF24B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559574E-06EE-EC26-FF41-9EBC8C1326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22D898-A8B6-4BA8-8CAA-2801FDC31292}" type="datetimeFigureOut">
              <a:t>10-10-2026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D5C22B6-109B-75C1-7A47-AFFD46B458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2718DB-E9FF-9532-9F37-0223E83DB0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DAE67D-547A-4DF3-8AEA-E67819B1E916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82CD079-1B10-C9E2-5948-F2F55D4FF1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CE2A073-0073-040A-8D3B-4476F1C7026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1D4E2B3-8DCD-BC92-30AE-E66768DCD15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C87165D-20B7-C065-BCA2-259288569D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22D898-A8B6-4BA8-8CAA-2801FDC31292}" type="datetimeFigureOut">
              <a:t>10-10-2026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84F52A3-0694-3B49-C4BF-A3C50B82E0F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DE9A3AA-4C02-AE67-E390-0D5374B3D8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DAE67D-547A-4DF3-8AEA-E67819B1E916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E09AC31-EAFB-F104-9F4E-7D1A3B8FB9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1DD5E4A-5469-B1D6-4881-DCD8D6912F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5322485-984D-D971-FABB-763C6AFB297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4979988-FF9B-DF99-E51C-8B9332E8FE3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69059B1B-0B06-7D73-267E-21F3F9973AD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13C7DA4-2C10-B5B0-CCA8-99702A64E76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22D898-A8B6-4BA8-8CAA-2801FDC31292}" type="datetimeFigureOut">
              <a:t>10-10-2026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320E799F-6B2C-5813-4694-892F5CBAFD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270C304-1F07-F2EA-9805-0272E419DA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DAE67D-547A-4DF3-8AEA-E67819B1E91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A7C8011-C5B0-6205-9BA7-CB28ACB813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0D87BC55-4130-0601-E83C-808713200D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22D898-A8B6-4BA8-8CAA-2801FDC31292}" type="datetimeFigureOut">
              <a:t>10-10-2026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12FCD70-8107-567D-2971-36C8133E9E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4113FF9-D39E-8E34-FDB0-B884E24302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DAE67D-547A-4DF3-8AEA-E67819B1E91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908A447-04C1-FBF3-64C1-29C93BFBD1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22D898-A8B6-4BA8-8CAA-2801FDC31292}" type="datetimeFigureOut">
              <a:t>10-10-2026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8D4E662-DAF8-3F1B-203E-3E8485EB6D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A9DC3EC-A692-FC5F-F987-7A3703EF99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DAE67D-547A-4DF3-8AEA-E67819B1E91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84A290-3141-FCC8-C47C-1CEA49DC88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1EAB294-AE4F-A352-EE1E-B4A7F245098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2C0EC39-B4BD-1D5C-7CB2-0052321FEAC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BD12E2D-87CB-A4FF-0BB9-6BDDC1D8B8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22D898-A8B6-4BA8-8CAA-2801FDC31292}" type="datetimeFigureOut">
              <a:t>10-10-2026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FF5579E-94CA-4674-F098-A1D7093C4A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0841358-5ADF-6905-5FF1-6777A94C78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DAE67D-547A-4DF3-8AEA-E67819B1E91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2D4035-9F27-EEBE-93DD-E096AB282E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EE7BA1C-DAAB-0DD8-DDD5-48883CB0318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31778FC-BEBD-C938-BE03-51BC2617672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40B1503-BBA5-3AAC-9B8B-5F72A0D0AB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22D898-A8B6-4BA8-8CAA-2801FDC31292}" type="datetimeFigureOut">
              <a:t>10-10-2026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83B0703-7FDF-2591-9BE3-F5FCE07D52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F1FD893-7364-1498-D708-828C853EF9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DAE67D-547A-4DF3-8AEA-E67819B1E91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C366E69-2ECA-BFFA-2B65-4BE0D66667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120EF8F-4CA0-62A5-DF36-FC0A2E469B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F7EC369-6C42-BC32-3FAE-909D4F8997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22D898-A8B6-4BA8-8CAA-2801FDC31292}" type="datetimeFigureOut">
              <a:t>10-10-2026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5B7EC10-06D3-8C8D-DE3D-41F51E4FC6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09745DB-EFD0-FFC4-E5EA-16344EDAC1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DAE67D-547A-4DF3-8AEA-E67819B1E91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87AF2FF-BDAA-3AB7-C9A9-0609367837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FF718A9-6D3D-D1B1-A405-232B4BE8C0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B5AFF1A-5F59-A93F-A14C-80BE15F37B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22D898-A8B6-4BA8-8CAA-2801FDC31292}" type="datetimeFigureOut">
              <a:t>10-10-2026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29D35D8-5DBD-3E03-E320-7F90F67B574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9C25B09-DE83-F09C-5439-ECB2093077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DAE67D-547A-4DF3-8AEA-E67819B1E916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df062134a9470f" /><Relationship Type="http://schemas.openxmlformats.org/officeDocument/2006/relationships/slideLayout" Target="/ppt/slideLayouts/slideLayout1.xml" Id="R1401be86debf489a" /><Relationship Type="http://schemas.openxmlformats.org/officeDocument/2006/relationships/slideLayout" Target="/ppt/slideLayouts/slideLayout2.xml" Id="R544326b4f4a147d8" /><Relationship Type="http://schemas.openxmlformats.org/officeDocument/2006/relationships/slideLayout" Target="/ppt/slideLayouts/slideLayout3.xml" Id="R6ded590cb49240f2" /><Relationship Type="http://schemas.openxmlformats.org/officeDocument/2006/relationships/slideLayout" Target="/ppt/slideLayouts/slideLayout4.xml" Id="Rfa325874b8bc4027" /><Relationship Type="http://schemas.openxmlformats.org/officeDocument/2006/relationships/slideLayout" Target="/ppt/slideLayouts/slideLayout5.xml" Id="R428a145a91954e07" /><Relationship Type="http://schemas.openxmlformats.org/officeDocument/2006/relationships/slideLayout" Target="/ppt/slideLayouts/slideLayout6.xml" Id="R59447ec055924f79" /><Relationship Type="http://schemas.openxmlformats.org/officeDocument/2006/relationships/slideLayout" Target="/ppt/slideLayouts/slideLayout7.xml" Id="R1a7037d7cea84cbf" /><Relationship Type="http://schemas.openxmlformats.org/officeDocument/2006/relationships/slideLayout" Target="/ppt/slideLayouts/slideLayout8.xml" Id="Rddc28b11597e4c7b" /><Relationship Type="http://schemas.openxmlformats.org/officeDocument/2006/relationships/slideLayout" Target="/ppt/slideLayouts/slideLayout9.xml" Id="R3cd9b3711449428e" /><Relationship Type="http://schemas.openxmlformats.org/officeDocument/2006/relationships/slideLayout" Target="/ppt/slideLayouts/slideLayout10.xml" Id="Rcb3926ae07654a75" /><Relationship Type="http://schemas.openxmlformats.org/officeDocument/2006/relationships/slideLayout" Target="/ppt/slideLayouts/slideLayout11.xml" Id="Re26ba7ad6f244d8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FDF3EE29-B37D-A192-C866-D6B22998B8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D36BDB1-A5B2-569B-716D-889309ED34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20203BA-4856-4230-C56B-9D0B57A2CAF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F22D898-A8B6-4BA8-8CAA-2801FDC31292}" type="datetimeFigureOut">
              <a:t>10-10-2026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F63C06-D6C4-650C-767C-4FAF55892C8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C3BDEA3-C19B-B26E-450A-D4E98A2962A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ABDAE67D-547A-4DF3-8AEA-E67819B1E91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01be86debf489a"/>
    <p:sldLayoutId xmlns:r="http://schemas.openxmlformats.org/officeDocument/2006/relationships" id="2147483650" r:id="R544326b4f4a147d8"/>
    <p:sldLayoutId xmlns:r="http://schemas.openxmlformats.org/officeDocument/2006/relationships" id="2147483651" r:id="R6ded590cb49240f2"/>
    <p:sldLayoutId xmlns:r="http://schemas.openxmlformats.org/officeDocument/2006/relationships" id="2147483652" r:id="Rfa325874b8bc4027"/>
    <p:sldLayoutId xmlns:r="http://schemas.openxmlformats.org/officeDocument/2006/relationships" id="2147483653" r:id="R428a145a91954e07"/>
    <p:sldLayoutId xmlns:r="http://schemas.openxmlformats.org/officeDocument/2006/relationships" id="2147483654" r:id="R59447ec055924f79"/>
    <p:sldLayoutId xmlns:r="http://schemas.openxmlformats.org/officeDocument/2006/relationships" id="2147483655" r:id="R1a7037d7cea84cbf"/>
    <p:sldLayoutId xmlns:r="http://schemas.openxmlformats.org/officeDocument/2006/relationships" id="2147483656" r:id="Rddc28b11597e4c7b"/>
    <p:sldLayoutId xmlns:r="http://schemas.openxmlformats.org/officeDocument/2006/relationships" id="2147483657" r:id="R3cd9b3711449428e"/>
    <p:sldLayoutId xmlns:r="http://schemas.openxmlformats.org/officeDocument/2006/relationships" id="2147483658" r:id="Rcb3926ae07654a75"/>
    <p:sldLayoutId xmlns:r="http://schemas.openxmlformats.org/officeDocument/2006/relationships" id="2147483659" r:id="Re26ba7ad6f244d85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e24f91131f42c4" /><Relationship Type="http://schemas.openxmlformats.org/officeDocument/2006/relationships/image" Target="/ppt/media/image.png" Id="Re70fee87b37c45a2" /><Relationship Type="http://schemas.openxmlformats.org/officeDocument/2006/relationships/notesSlide" Target="/ppt/notesSlides/notesSlide1.xml" Id="R0aeb160f5f7349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fa1a2772346cc" /><Relationship Type="http://schemas.openxmlformats.org/officeDocument/2006/relationships/image" Target="/ppt/media/image2.png" Id="R2055338d3ceb4440" /><Relationship Type="http://schemas.openxmlformats.org/officeDocument/2006/relationships/image" Target="/ppt/media/image3.png" Id="R35f316dd303047c8" /><Relationship Type="http://schemas.openxmlformats.org/officeDocument/2006/relationships/notesSlide" Target="/ppt/notesSlides/notesSlide2.xml" Id="R9da95cf6df3b49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ffa3fa0534454" /><Relationship Type="http://schemas.openxmlformats.org/officeDocument/2006/relationships/image" Target="/ppt/media/image4.png" Id="Rbfc2fed7e45845a1" /><Relationship Type="http://schemas.openxmlformats.org/officeDocument/2006/relationships/image" Target="/ppt/media/image3.png" Id="Rbcbd99fe2129445d" /><Relationship Type="http://schemas.openxmlformats.org/officeDocument/2006/relationships/notesSlide" Target="/ppt/notesSlides/notesSlide3.xml" Id="R876cb494f50b46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f31e5916e47e6" /><Relationship Type="http://schemas.openxmlformats.org/officeDocument/2006/relationships/image" Target="/ppt/media/image5.png" Id="Ra5139683d91c481f" /><Relationship Type="http://schemas.openxmlformats.org/officeDocument/2006/relationships/image" Target="/ppt/media/image3.png" Id="R9685ce6e9d07430e" /><Relationship Type="http://schemas.openxmlformats.org/officeDocument/2006/relationships/notesSlide" Target="/ppt/notesSlides/notesSlide4.xml" Id="R3793366acc8a48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6565e05b324813" /><Relationship Type="http://schemas.openxmlformats.org/officeDocument/2006/relationships/image" Target="/ppt/media/image6.png" Id="R27361ebe44e34d0f" /><Relationship Type="http://schemas.openxmlformats.org/officeDocument/2006/relationships/image" Target="/ppt/media/image3.png" Id="Rf2f2300a0e354a73" /><Relationship Type="http://schemas.openxmlformats.org/officeDocument/2006/relationships/notesSlide" Target="/ppt/notesSlides/notesSlide5.xml" Id="Rb2a31934a82a43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23b14dfcf34217" /><Relationship Type="http://schemas.openxmlformats.org/officeDocument/2006/relationships/image" Target="/ppt/media/image7.png" Id="R6eff4bced38c4996" /><Relationship Type="http://schemas.openxmlformats.org/officeDocument/2006/relationships/image" Target="/ppt/media/image3.png" Id="R7331ff75e1bc47c6" /><Relationship Type="http://schemas.openxmlformats.org/officeDocument/2006/relationships/notesSlide" Target="/ppt/notesSlides/notesSlide6.xml" Id="R130e0ed9649a49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cd65402d84fb6" /><Relationship Type="http://schemas.openxmlformats.org/officeDocument/2006/relationships/image" Target="/ppt/media/image8.png" Id="Rbe7a1837e6854789" /><Relationship Type="http://schemas.openxmlformats.org/officeDocument/2006/relationships/image" Target="/ppt/media/image3.png" Id="R34e37412f7dc48bc" /><Relationship Type="http://schemas.openxmlformats.org/officeDocument/2006/relationships/notesSlide" Target="/ppt/notesSlides/notesSlide7.xml" Id="R55beef7fc24644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efbe5c9a50475f" /><Relationship Type="http://schemas.openxmlformats.org/officeDocument/2006/relationships/image" Target="/ppt/media/image9.png" Id="Re5f5aa9dbf9548e0" /><Relationship Type="http://schemas.openxmlformats.org/officeDocument/2006/relationships/image" Target="/ppt/media/image3.png" Id="R67805bc7f21048bc" /><Relationship Type="http://schemas.openxmlformats.org/officeDocument/2006/relationships/notesSlide" Target="/ppt/notesSlides/notesSlide8.xml" Id="Rccad072bcaad43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503d2f1314b78" /><Relationship Type="http://schemas.openxmlformats.org/officeDocument/2006/relationships/image" Target="/ppt/media/image10.png" Id="R6b53c06a9b8049ba" /><Relationship Type="http://schemas.openxmlformats.org/officeDocument/2006/relationships/image" Target="/ppt/media/image3.png" Id="R1319c007cc3f43c0" /><Relationship Type="http://schemas.openxmlformats.org/officeDocument/2006/relationships/notesSlide" Target="/ppt/notesSlides/notesSlide9.xml" Id="R989c172089384d0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852B6F7-0D4F-5AD7-ED24-73548A1071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FC3E3D0-13A4-D58D-F89F-C27DD182A89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7B05BC9B-9FEC-494E-850E-8BE7851214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0fee87b37c45a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97347F1-28F4-CA71-7AD5-C85684D7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5753" y="2955703"/>
            <a:ext cx="7256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 Codio</a:t>
            </a:r>
          </a:p>
        </p:txBody>
      </p:sp>
      <p:sp>
        <p:nvSpPr>
          <p:cNvPr id="7" name="Project name">
            <a:extLst xmlns:a="http://schemas.openxmlformats.org/drawingml/2006/main">
              <a:ext uri="{FF2B5EF4-FFF2-40B4-BE49-F238E27FC236}">
                <a16:creationId xmlns:a16="http://schemas.microsoft.com/office/drawing/2014/main" id="{989555B0-FFFC-422C-A949-DD746424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66875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Kettoo</a:t>
            </a:r>
          </a:p>
        </p:txBody>
      </p:sp>
      <p:sp>
        <p:nvSpPr>
          <p:cNvPr id="8" name="Project description">
            <a:extLst xmlns:a="http://schemas.openxmlformats.org/drawingml/2006/main">
              <a:ext uri="{FF2B5EF4-FFF2-40B4-BE49-F238E27FC236}">
                <a16:creationId xmlns:a16="http://schemas.microsoft.com/office/drawing/2014/main" id="{F35B1182-F060-44C6-9C37-6D19E692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43425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Private communication and coordination for event teams</a:t>
            </a:r>
          </a:p>
        </p:txBody>
      </p:sp>
    </p:spTree>
    <p:extLst>
      <p:ext uri="{BB962C8B-B14F-4D97-AF65-F5344CB8AC3E}">
        <p14:creationId xmlns:p14="http://schemas.microsoft.com/office/powerpoint/2010/main" val="155523080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E4C1609-E95C-B768-765B-49443B85F36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BF51289-A3E7-01DF-1DCF-273B61B5179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6DAECFF4-12DE-42BE-9DC6-E98ACEAF1D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55338d3ceb444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B99E6E7E-0E7E-4723-902C-6845BC3047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f316dd303047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5778E16-AB36-B327-231C-23621FEB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79" y="175655"/>
            <a:ext cx="7256207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chemeClr val="bg1"/>
                </a:solidFill>
                <a:latin typeface="Clash Display"/>
                <a:ea typeface="Clash Display"/>
                <a:cs typeface="Clash Display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18719679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ACAE5ED-0FE5-F1F9-21B0-5D1D40127A1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1E34A61-8301-BDD1-6695-EFF8B575F30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7E797747-DF6C-46DE-9C99-22471176ED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c2fed7e45845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06434BC0-AFBF-4D60-ABFE-C93D0248BC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bd99fe212944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680F1E4-89DE-A828-3167-54A44B82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79" y="175655"/>
            <a:ext cx="7256207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chemeClr val="bg1"/>
                </a:solidFill>
                <a:latin typeface="Clash Display"/>
                <a:ea typeface="Clash Display"/>
                <a:cs typeface="Clash Display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73775601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31CFDC9-1316-20F8-3E5A-445CDAD2CA4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56CF8F9-540D-A9CB-CFFA-95530132111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25C8A9B5-F4B4-4844-9788-A410CF51C1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139683d91c481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25E21D0D-5583-409E-842F-970655EA41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85ce6e9d0743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DA9BCA3-4C87-7F41-5A3C-34B94BE2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79" y="175655"/>
            <a:ext cx="7256207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chemeClr val="bg1"/>
                </a:solidFill>
                <a:latin typeface="Clash Display"/>
                <a:ea typeface="Clash Display"/>
                <a:cs typeface="Clash Display"/>
              </a:rPr>
              <a:t>Proposed Solution</a:t>
            </a:r>
          </a:p>
        </p:txBody>
      </p:sp>
    </p:spTree>
    <p:extLst>
      <p:ext uri="{BB962C8B-B14F-4D97-AF65-F5344CB8AC3E}">
        <p14:creationId xmlns:p14="http://schemas.microsoft.com/office/powerpoint/2010/main" val="282926408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22EF9D7-A296-B367-641D-5ED71C52CC5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6CDAC5D-34C0-0403-A7BC-21BF267ECE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BAF1C3DE-7E55-4C18-B470-ECD0853FD0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361ebe44e34d0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88365E89-4B20-436B-87C6-1CC3DA50AA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2300a0e354a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9269F55-A8D0-AF52-4D37-C44FD377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79" y="175655"/>
            <a:ext cx="7256207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chemeClr val="bg1"/>
                </a:solidFill>
                <a:latin typeface="Clash Display"/>
                <a:ea typeface="Clash Display"/>
                <a:cs typeface="Clash Display"/>
              </a:rPr>
              <a:t>Technical Architecture and Tech Stack</a:t>
            </a:r>
          </a:p>
        </p:txBody>
      </p:sp>
    </p:spTree>
    <p:extLst>
      <p:ext uri="{BB962C8B-B14F-4D97-AF65-F5344CB8AC3E}">
        <p14:creationId xmlns:p14="http://schemas.microsoft.com/office/powerpoint/2010/main" val="174725806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0F2DF2F-EDDE-4D7B-A639-0DC74E392EC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EF85BF1-3784-3E72-39B3-B468FB556DF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4C7ABBD3-94CF-4915-9C5D-6F05DDB91D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f4bced38c499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6EB248B8-D90A-4505-9EF7-0013001963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31ff75e1bc47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951BB3C-E90B-A26C-3140-E8CE949E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79" y="175655"/>
            <a:ext cx="7256207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chemeClr val="bg1"/>
                </a:solidFill>
                <a:latin typeface="Clash Display"/>
                <a:ea typeface="Clash Display"/>
                <a:cs typeface="Clash Display"/>
              </a:rPr>
              <a:t>Key Features and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92393541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011611-D6DF-8026-ADC6-44DEC249F83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3628315-6695-9ADA-0D7E-6837BF58D46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459D06D5-EC4A-40B6-8247-46AD3C54F8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7a1837e685478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E10050FA-A825-414E-BCF6-57EF376486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e37412f7dc48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0FC4D7B-8C51-628B-22F4-69821D1F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79" y="175655"/>
            <a:ext cx="7256207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chemeClr val="bg1"/>
                </a:solidFill>
                <a:latin typeface="Clash Display"/>
                <a:ea typeface="Clash Display"/>
                <a:cs typeface="Clash Display"/>
              </a:rPr>
              <a:t>Live Demo</a:t>
            </a:r>
          </a:p>
        </p:txBody>
      </p:sp>
    </p:spTree>
    <p:extLst>
      <p:ext uri="{BB962C8B-B14F-4D97-AF65-F5344CB8AC3E}">
        <p14:creationId xmlns:p14="http://schemas.microsoft.com/office/powerpoint/2010/main" val="15257799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4240B35-8928-1435-C70F-8842F31CB56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F00631E-DA51-91E2-5F88-8B4B6C022F5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7530E5DE-10F4-423D-AED3-6FA1620616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f5aa9dbf9548e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0AC100E4-0EAA-41F2-BF7C-B74CAEA21D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805bc7f21048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97EC384-8EF2-B395-37B7-36C6527D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79" y="175655"/>
            <a:ext cx="7256207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chemeClr val="bg1"/>
                </a:solidFill>
                <a:latin typeface="Clash Display"/>
                <a:ea typeface="Clash Display"/>
                <a:cs typeface="Clash Display"/>
              </a:rPr>
              <a:t>Impact, Feasibility and Scalability</a:t>
            </a:r>
          </a:p>
        </p:txBody>
      </p:sp>
    </p:spTree>
    <p:extLst>
      <p:ext uri="{BB962C8B-B14F-4D97-AF65-F5344CB8AC3E}">
        <p14:creationId xmlns:p14="http://schemas.microsoft.com/office/powerpoint/2010/main" val="283934987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8F5926-9B94-82D9-B015-3FD4665505F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E12BB95-8FB5-02E2-58B4-71F167FCAB8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0263C119-9F9D-40BB-87EA-270A7E8BDB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53c06a9b8049b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8470A91C-77BB-432F-BA4B-7765E4F8DA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19c007cc3f43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90B4AA1-7491-5D09-DD6B-C5DC2215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79" y="175655"/>
            <a:ext cx="7256207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chemeClr val="bg1"/>
                </a:solidFill>
                <a:latin typeface="Clash Display"/>
                <a:ea typeface="Clash Display"/>
                <a:cs typeface="Clash Display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65594326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2026-10-10T01:30:38.1280000Z</dcterms:created>
  <dcterms:modified xsi:type="dcterms:W3CDTF">2026-10-10T01:30:38.1280000Z</dcterms:modified>
</coreProperties>
</file>